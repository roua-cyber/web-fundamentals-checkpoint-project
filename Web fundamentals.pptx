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_rels/slideMaster1.xml.rels" ContentType="application/vnd.openxmlformats-package.relationships+xml"/>
  <Override PartName="/ppt/slideMasters/_rels/slideMaster2.xml.rels" ContentType="application/vnd.openxmlformats-package.relationships+xml"/>
  <Override PartName="/ppt/slideMasters/_rels/slideMaster3.xml.rels" ContentType="application/vnd.openxmlformats-package.relationships+xml"/>
  <Override PartName="/ppt/notesMasters/notesMaster1.xml" ContentType="application/vnd.openxmlformats-officedocument.presentationml.notesMaster+xml"/>
  <Override PartName="/ppt/notesMasters/_rels/notesMaster1.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_rels/notesSlide3.xml.rels" ContentType="application/vnd.openxmlformats-package.relationships+xml"/>
  <Override PartName="/ppt/notesSlides/_rels/notesSlide4.xml.rels" ContentType="application/vnd.openxmlformats-package.relationships+xml"/>
  <Override PartName="/ppt/slideLayouts/slideLayout31.xml" ContentType="application/vnd.openxmlformats-officedocument.presentationml.slideLayout+xml"/>
  <Override PartName="/ppt/slideLayouts/slideLayout1.xml" ContentType="application/vnd.openxmlformats-officedocument.presentationml.slideLayout+xml"/>
  <Override PartName="/ppt/slideLayouts/slideLayout9.xml" ContentType="application/vnd.openxmlformats-officedocument.presentationml.slideLayout+xml"/>
  <Override PartName="/ppt/slideLayouts/slideLayout32.xml" ContentType="application/vnd.openxmlformats-officedocument.presentationml.slideLayout+xml"/>
  <Override PartName="/ppt/slideLayouts/slideLayout2.xml" ContentType="application/vnd.openxmlformats-officedocument.presentationml.slideLayout+xml"/>
  <Override PartName="/ppt/slideLayouts/slideLayout33.xml" ContentType="application/vnd.openxmlformats-officedocument.presentationml.slideLayout+xml"/>
  <Override PartName="/ppt/slideLayouts/slideLayout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35.xml" ContentType="application/vnd.openxmlformats-officedocument.presentationml.slideLayout+xml"/>
  <Override PartName="/ppt/slideLayouts/slideLayout6.xml" ContentType="application/vnd.openxmlformats-officedocument.presentationml.slideLayout+xml"/>
  <Override PartName="/ppt/slideLayouts/slideLayout3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_rels/slideLayout9.xml.rels" ContentType="application/vnd.openxmlformats-package.relationships+xml"/>
  <Override PartName="/ppt/slideLayouts/_rels/slideLayout1.xml.rels" ContentType="application/vnd.openxmlformats-package.relationships+xml"/>
  <Override PartName="/ppt/slideLayouts/_rels/slideLayout31.xml.rels" ContentType="application/vnd.openxmlformats-package.relationships+xml"/>
  <Override PartName="/ppt/slideLayouts/_rels/slideLayout32.xml.rels" ContentType="application/vnd.openxmlformats-package.relationships+xml"/>
  <Override PartName="/ppt/slideLayouts/_rels/slideLayout2.xml.rels" ContentType="application/vnd.openxmlformats-package.relationships+xml"/>
  <Override PartName="/ppt/slideLayouts/_rels/slideLayout33.xml.rels" ContentType="application/vnd.openxmlformats-package.relationships+xml"/>
  <Override PartName="/ppt/slideLayouts/_rels/slideLayout3.xml.rels" ContentType="application/vnd.openxmlformats-package.relationships+xml"/>
  <Override PartName="/ppt/slideLayouts/_rels/slideLayout34.xml.rels" ContentType="application/vnd.openxmlformats-package.relationships+xml"/>
  <Override PartName="/ppt/slideLayouts/_rels/slideLayout4.xml.rels" ContentType="application/vnd.openxmlformats-package.relationships+xml"/>
  <Override PartName="/ppt/slideLayouts/_rels/slideLayout35.xml.rels" ContentType="application/vnd.openxmlformats-package.relationships+xml"/>
  <Override PartName="/ppt/slideLayouts/_rels/slideLayout5.xml.rels" ContentType="application/vnd.openxmlformats-package.relationships+xml"/>
  <Override PartName="/ppt/slideLayouts/_rels/slideLayout36.xml.rels" ContentType="application/vnd.openxmlformats-package.relationships+xml"/>
  <Override PartName="/ppt/slideLayouts/_rels/slideLayout6.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slideLayouts/_rels/slideLayout1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19.xml.rels" ContentType="application/vnd.openxmlformats-package.relationships+xml"/>
  <Override PartName="/ppt/slideLayouts/_rels/slideLayout20.xml.rels" ContentType="application/vnd.openxmlformats-package.relationships+xml"/>
  <Override PartName="/ppt/slideLayouts/_rels/slideLayout21.xml.rels" ContentType="application/vnd.openxmlformats-package.relationships+xml"/>
  <Override PartName="/ppt/slideLayouts/_rels/slideLayout22.xml.rels" ContentType="application/vnd.openxmlformats-package.relationships+xml"/>
  <Override PartName="/ppt/slideLayouts/_rels/slideLayout23.xml.rels" ContentType="application/vnd.openxmlformats-package.relationships+xml"/>
  <Override PartName="/ppt/slideLayouts/_rels/slideLayout24.xml.rels" ContentType="application/vnd.openxmlformats-package.relationships+xml"/>
  <Override PartName="/ppt/slideLayouts/_rels/slideLayout25.xml.rels" ContentType="application/vnd.openxmlformats-package.relationships+xml"/>
  <Override PartName="/ppt/slideLayouts/_rels/slideLayout26.xml.rels" ContentType="application/vnd.openxmlformats-package.relationships+xml"/>
  <Override PartName="/ppt/slideLayouts/_rels/slideLayout27.xml.rels" ContentType="application/vnd.openxmlformats-package.relationships+xml"/>
  <Override PartName="/ppt/slideLayouts/_rels/slideLayout28.xml.rels" ContentType="application/vnd.openxmlformats-package.relationships+xml"/>
  <Override PartName="/ppt/slideLayouts/_rels/slideLayout29.xml.rels" ContentType="application/vnd.openxmlformats-package.relationships+xml"/>
  <Override PartName="/ppt/slideLayouts/_rels/slideLayout30.xml.rels" ContentType="application/vnd.openxmlformats-package.relationships+xml"/>
  <Override PartName="/ppt/_rels/presentation.xml.rels" ContentType="application/vnd.openxmlformats-package.relationships+xml"/>
  <Override PartName="/ppt/slides/slide1.xml" ContentType="application/vnd.openxmlformats-officedocument.presentationml.slide+xml"/>
  <Override PartName="/ppt/slides/slide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_rels/slide9.xml.rels" ContentType="application/vnd.openxmlformats-package.relationships+xml"/>
  <Override PartName="/ppt/slides/_rels/slide1.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media/image1.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Lst>
  <p:sldSz cx="9144000" cy="5143500"/>
  <p:notesSz cx="6858000" cy="9144000"/>
</p:presentation>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
</Relationships>
</file>

<file path=ppt/notesMasters/_rels/notesMaster1.xml.rels><?xml version="1.0" encoding="UTF-8"?>
<Relationships xmlns="http://schemas.openxmlformats.org/package/2006/relationships"><Relationship Id="rId1" Type="http://schemas.openxmlformats.org/officeDocument/2006/relationships/theme" Target="../theme/theme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 name="PlaceHolder 1"/>
          <p:cNvSpPr>
            <a:spLocks noGrp="1"/>
          </p:cNvSpPr>
          <p:nvPr>
            <p:ph type="sldImg"/>
          </p:nvPr>
        </p:nvSpPr>
        <p:spPr>
          <a:xfrm>
            <a:off x="216000" y="812520"/>
            <a:ext cx="7127280" cy="4008960"/>
          </a:xfrm>
          <a:prstGeom prst="rect">
            <a:avLst/>
          </a:prstGeom>
        </p:spPr>
        <p:txBody>
          <a:bodyPr lIns="0" rIns="0" tIns="0" bIns="0" anchor="ctr">
            <a:noAutofit/>
          </a:bodyPr>
          <a:p>
            <a:r>
              <a:rPr b="0" lang="fr-FR" sz="1400" spc="-1" strike="noStrike">
                <a:solidFill>
                  <a:srgbClr val="000000"/>
                </a:solidFill>
                <a:latin typeface="Arial"/>
              </a:rPr>
              <a:t>Cliquez pour déplacer la diapo</a:t>
            </a:r>
            <a:endParaRPr b="0" lang="fr-FR" sz="1400" spc="-1" strike="noStrike">
              <a:solidFill>
                <a:srgbClr val="000000"/>
              </a:solidFill>
              <a:latin typeface="Arial"/>
            </a:endParaRPr>
          </a:p>
        </p:txBody>
      </p:sp>
      <p:sp>
        <p:nvSpPr>
          <p:cNvPr id="122" name="PlaceHolder 2"/>
          <p:cNvSpPr>
            <a:spLocks noGrp="1"/>
          </p:cNvSpPr>
          <p:nvPr>
            <p:ph type="body"/>
          </p:nvPr>
        </p:nvSpPr>
        <p:spPr>
          <a:xfrm>
            <a:off x="756000" y="5078520"/>
            <a:ext cx="6047640" cy="4811040"/>
          </a:xfrm>
          <a:prstGeom prst="rect">
            <a:avLst/>
          </a:prstGeom>
        </p:spPr>
        <p:txBody>
          <a:bodyPr lIns="0" rIns="0" tIns="0" bIns="0">
            <a:noAutofit/>
          </a:bodyPr>
          <a:p>
            <a:r>
              <a:rPr b="0" lang="fr-FR" sz="2000" spc="-1" strike="noStrike">
                <a:latin typeface="Arial"/>
              </a:rPr>
              <a:t>Cliquez pour modifier le format des notes</a:t>
            </a:r>
            <a:endParaRPr b="0" lang="fr-FR" sz="2000" spc="-1" strike="noStrike">
              <a:latin typeface="Arial"/>
            </a:endParaRPr>
          </a:p>
        </p:txBody>
      </p:sp>
      <p:sp>
        <p:nvSpPr>
          <p:cNvPr id="123" name="PlaceHolder 3"/>
          <p:cNvSpPr>
            <a:spLocks noGrp="1"/>
          </p:cNvSpPr>
          <p:nvPr>
            <p:ph type="hdr"/>
          </p:nvPr>
        </p:nvSpPr>
        <p:spPr>
          <a:xfrm>
            <a:off x="0" y="0"/>
            <a:ext cx="3280680" cy="534240"/>
          </a:xfrm>
          <a:prstGeom prst="rect">
            <a:avLst/>
          </a:prstGeom>
        </p:spPr>
        <p:txBody>
          <a:bodyPr lIns="0" rIns="0" tIns="0" bIns="0">
            <a:noAutofit/>
          </a:bodyPr>
          <a:p>
            <a:r>
              <a:rPr b="0" lang="fr-FR" sz="1400" spc="-1" strike="noStrike">
                <a:latin typeface="Times New Roman"/>
              </a:rPr>
              <a:t>&lt;en-tête&gt;</a:t>
            </a:r>
            <a:endParaRPr b="0" lang="fr-FR" sz="1400" spc="-1" strike="noStrike">
              <a:latin typeface="Times New Roman"/>
            </a:endParaRPr>
          </a:p>
        </p:txBody>
      </p:sp>
      <p:sp>
        <p:nvSpPr>
          <p:cNvPr id="124" name="PlaceHolder 4"/>
          <p:cNvSpPr>
            <a:spLocks noGrp="1"/>
          </p:cNvSpPr>
          <p:nvPr>
            <p:ph type="dt"/>
          </p:nvPr>
        </p:nvSpPr>
        <p:spPr>
          <a:xfrm>
            <a:off x="4278960" y="0"/>
            <a:ext cx="3280680" cy="534240"/>
          </a:xfrm>
          <a:prstGeom prst="rect">
            <a:avLst/>
          </a:prstGeom>
        </p:spPr>
        <p:txBody>
          <a:bodyPr lIns="0" rIns="0" tIns="0" bIns="0">
            <a:noAutofit/>
          </a:bodyPr>
          <a:p>
            <a:pPr algn="r"/>
            <a:r>
              <a:rPr b="0" lang="fr-FR" sz="1400" spc="-1" strike="noStrike">
                <a:latin typeface="Times New Roman"/>
              </a:rPr>
              <a:t>&lt;date/heure&gt;</a:t>
            </a:r>
            <a:endParaRPr b="0" lang="fr-FR" sz="1400" spc="-1" strike="noStrike">
              <a:latin typeface="Times New Roman"/>
            </a:endParaRPr>
          </a:p>
        </p:txBody>
      </p:sp>
      <p:sp>
        <p:nvSpPr>
          <p:cNvPr id="125" name="PlaceHolder 5"/>
          <p:cNvSpPr>
            <a:spLocks noGrp="1"/>
          </p:cNvSpPr>
          <p:nvPr>
            <p:ph type="ftr"/>
          </p:nvPr>
        </p:nvSpPr>
        <p:spPr>
          <a:xfrm>
            <a:off x="0" y="10157400"/>
            <a:ext cx="3280680" cy="534240"/>
          </a:xfrm>
          <a:prstGeom prst="rect">
            <a:avLst/>
          </a:prstGeom>
        </p:spPr>
        <p:txBody>
          <a:bodyPr lIns="0" rIns="0" tIns="0" bIns="0" anchor="b">
            <a:noAutofit/>
          </a:bodyPr>
          <a:p>
            <a:r>
              <a:rPr b="0" lang="fr-FR" sz="1400" spc="-1" strike="noStrike">
                <a:latin typeface="Times New Roman"/>
              </a:rPr>
              <a:t>&lt;pied de page&gt;</a:t>
            </a:r>
            <a:endParaRPr b="0" lang="fr-FR" sz="1400" spc="-1" strike="noStrike">
              <a:latin typeface="Times New Roman"/>
            </a:endParaRPr>
          </a:p>
        </p:txBody>
      </p:sp>
      <p:sp>
        <p:nvSpPr>
          <p:cNvPr id="126" name="PlaceHolder 6"/>
          <p:cNvSpPr>
            <a:spLocks noGrp="1"/>
          </p:cNvSpPr>
          <p:nvPr>
            <p:ph type="sldNum"/>
          </p:nvPr>
        </p:nvSpPr>
        <p:spPr>
          <a:xfrm>
            <a:off x="4278960" y="10157400"/>
            <a:ext cx="3280680" cy="534240"/>
          </a:xfrm>
          <a:prstGeom prst="rect">
            <a:avLst/>
          </a:prstGeom>
        </p:spPr>
        <p:txBody>
          <a:bodyPr lIns="0" rIns="0" tIns="0" bIns="0" anchor="b">
            <a:noAutofit/>
          </a:bodyPr>
          <a:p>
            <a:pPr algn="r"/>
            <a:fld id="{5968D8A3-DECB-4AC9-AEE2-4E8EB65288AE}" type="slidenum">
              <a:rPr b="0" lang="fr-FR" sz="1400" spc="-1" strike="noStrike">
                <a:latin typeface="Times New Roman"/>
              </a:rPr>
              <a:t>&lt;numéro&gt;</a:t>
            </a:fld>
            <a:endParaRPr b="0" lang="fr-FR"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hyperlink" Target="https://developer.mozilla.org/en-US/docs/Glossary/Protocol" TargetMode="External"/><Relationship Id="rId2" Type="http://schemas.openxmlformats.org/officeDocument/2006/relationships/slide" Target="../slides/slide4.xml"/><Relationship Id="rId3" Type="http://schemas.openxmlformats.org/officeDocument/2006/relationships/notesMaster" Target="../notesMasters/notesMaster1.xml"/>
</Relationship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9" name="PlaceHolder 1"/>
          <p:cNvSpPr>
            <a:spLocks noGrp="1"/>
          </p:cNvSpPr>
          <p:nvPr>
            <p:ph type="sldImg"/>
          </p:nvPr>
        </p:nvSpPr>
        <p:spPr>
          <a:xfrm>
            <a:off x="381240" y="685800"/>
            <a:ext cx="6095880" cy="3428640"/>
          </a:xfrm>
          <a:prstGeom prst="rect">
            <a:avLst/>
          </a:prstGeom>
        </p:spPr>
      </p:sp>
      <p:sp>
        <p:nvSpPr>
          <p:cNvPr id="150" name="PlaceHolder 2"/>
          <p:cNvSpPr>
            <a:spLocks noGrp="1"/>
          </p:cNvSpPr>
          <p:nvPr>
            <p:ph type="body"/>
          </p:nvPr>
        </p:nvSpPr>
        <p:spPr>
          <a:xfrm>
            <a:off x="685800" y="4343400"/>
            <a:ext cx="5486040" cy="4114440"/>
          </a:xfrm>
          <a:prstGeom prst="rect">
            <a:avLst/>
          </a:prstGeom>
        </p:spPr>
        <p:txBody>
          <a:bodyPr tIns="91440" bIns="91440">
            <a:noAutofit/>
          </a:bodyPr>
          <a:p>
            <a:pPr marL="457200" indent="-304560">
              <a:lnSpc>
                <a:spcPct val="115000"/>
              </a:lnSpc>
              <a:buClr>
                <a:srgbClr val="333333"/>
              </a:buClr>
              <a:buFont typeface="Wingdings" charset="2"/>
              <a:buChar char=""/>
            </a:pPr>
            <a:r>
              <a:rPr b="0" lang="fr-FR" sz="1200" spc="-1" strike="noStrike">
                <a:solidFill>
                  <a:srgbClr val="333333"/>
                </a:solidFill>
                <a:highlight>
                  <a:srgbClr val="ffffff"/>
                </a:highlight>
                <a:latin typeface="Arial"/>
              </a:rPr>
              <a:t>Clients are the typical web user's internet-connected devices (for example, your computer connected to your Wi-Fi, or your phone connected to your mobile network) and web-accessing software available on those devices (usually a web browser like Firefox or Chrome).</a:t>
            </a:r>
            <a:endParaRPr b="0" lang="fr-FR" sz="1200" spc="-1" strike="noStrike">
              <a:latin typeface="Arial"/>
            </a:endParaRPr>
          </a:p>
          <a:p>
            <a:pPr marL="457200" indent="-304560">
              <a:lnSpc>
                <a:spcPct val="115000"/>
              </a:lnSpc>
              <a:buClr>
                <a:srgbClr val="333333"/>
              </a:buClr>
              <a:buFont typeface="Wingdings" charset="2"/>
              <a:buChar char=""/>
            </a:pPr>
            <a:r>
              <a:rPr b="0" lang="fr-FR" sz="1200" spc="-1" strike="noStrike">
                <a:solidFill>
                  <a:srgbClr val="333333"/>
                </a:solidFill>
                <a:highlight>
                  <a:srgbClr val="ffffff"/>
                </a:highlight>
                <a:latin typeface="Arial"/>
              </a:rPr>
              <a:t>Servers are computers that store webpages, sites, or apps. When a client device wants to access a webpage, a copy of the webpage is downloaded from the server onto the client machine to be displayed in the user's web browser.</a:t>
            </a:r>
            <a:endParaRPr b="0" lang="fr-FR" sz="1200" spc="-1" strike="noStrike">
              <a:latin typeface="Arial"/>
            </a:endParaRPr>
          </a:p>
          <a:p>
            <a:pPr>
              <a:lnSpc>
                <a:spcPct val="120000"/>
              </a:lnSpc>
              <a:spcBef>
                <a:spcPts val="4501"/>
              </a:spcBef>
            </a:pPr>
            <a:endParaRPr b="0" lang="fr-FR" sz="1200" spc="-1" strike="noStrike">
              <a:latin typeface="Arial"/>
            </a:endParaRPr>
          </a:p>
          <a:p>
            <a:pPr>
              <a:lnSpc>
                <a:spcPct val="100000"/>
              </a:lnSpc>
              <a:spcBef>
                <a:spcPts val="1500"/>
              </a:spcBef>
            </a:pPr>
            <a:endParaRPr b="0" lang="fr-FR" sz="1200" spc="-1" strike="noStrike">
              <a:latin typeface="Arial"/>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 name="PlaceHolder 1"/>
          <p:cNvSpPr>
            <a:spLocks noGrp="1"/>
          </p:cNvSpPr>
          <p:nvPr>
            <p:ph type="sldImg"/>
          </p:nvPr>
        </p:nvSpPr>
        <p:spPr>
          <a:xfrm>
            <a:off x="381240" y="685800"/>
            <a:ext cx="6095880" cy="3428640"/>
          </a:xfrm>
          <a:prstGeom prst="rect">
            <a:avLst/>
          </a:prstGeom>
        </p:spPr>
      </p:sp>
      <p:sp>
        <p:nvSpPr>
          <p:cNvPr id="152" name="PlaceHolder 2"/>
          <p:cNvSpPr>
            <a:spLocks noGrp="1"/>
          </p:cNvSpPr>
          <p:nvPr>
            <p:ph type="body"/>
          </p:nvPr>
        </p:nvSpPr>
        <p:spPr>
          <a:xfrm>
            <a:off x="685800" y="4343400"/>
            <a:ext cx="5486040" cy="4114440"/>
          </a:xfrm>
          <a:prstGeom prst="rect">
            <a:avLst/>
          </a:prstGeom>
        </p:spPr>
        <p:txBody>
          <a:bodyPr tIns="91440" bIns="91440">
            <a:noAutofit/>
          </a:bodyPr>
          <a:p>
            <a:pPr marL="457200" indent="-304560">
              <a:lnSpc>
                <a:spcPct val="115000"/>
              </a:lnSpc>
              <a:buClr>
                <a:srgbClr val="333333"/>
              </a:buClr>
              <a:buFont typeface="Wingdings" charset="2"/>
              <a:buChar char=""/>
            </a:pPr>
            <a:r>
              <a:rPr b="1" lang="fr-FR" sz="1200" spc="-1" strike="noStrike">
                <a:solidFill>
                  <a:srgbClr val="333333"/>
                </a:solidFill>
                <a:highlight>
                  <a:srgbClr val="ffffff"/>
                </a:highlight>
                <a:latin typeface="Arial"/>
              </a:rPr>
              <a:t>Your internet connection</a:t>
            </a:r>
            <a:r>
              <a:rPr b="0" lang="fr-FR" sz="1200" spc="-1" strike="noStrike">
                <a:solidFill>
                  <a:srgbClr val="333333"/>
                </a:solidFill>
                <a:highlight>
                  <a:srgbClr val="ffffff"/>
                </a:highlight>
                <a:latin typeface="Arial"/>
              </a:rPr>
              <a:t>: Allows you to send and receive data on the web. It's basically like the street between your house and the shop.</a:t>
            </a:r>
            <a:endParaRPr b="0" lang="fr-FR" sz="1200" spc="-1" strike="noStrike">
              <a:latin typeface="Arial"/>
            </a:endParaRPr>
          </a:p>
          <a:p>
            <a:pPr marL="457200" indent="-304560">
              <a:lnSpc>
                <a:spcPct val="115000"/>
              </a:lnSpc>
              <a:buClr>
                <a:srgbClr val="333333"/>
              </a:buClr>
              <a:buFont typeface="Wingdings" charset="2"/>
              <a:buChar char=""/>
            </a:pPr>
            <a:r>
              <a:rPr b="1" lang="fr-FR" sz="1200" spc="-1" strike="noStrike">
                <a:solidFill>
                  <a:srgbClr val="333333"/>
                </a:solidFill>
                <a:highlight>
                  <a:srgbClr val="ffffff"/>
                </a:highlight>
                <a:latin typeface="Arial"/>
              </a:rPr>
              <a:t>TCP/IP</a:t>
            </a:r>
            <a:r>
              <a:rPr b="0" lang="fr-FR" sz="1200" spc="-1" strike="noStrike">
                <a:solidFill>
                  <a:srgbClr val="333333"/>
                </a:solidFill>
                <a:highlight>
                  <a:srgbClr val="ffffff"/>
                </a:highlight>
                <a:latin typeface="Arial"/>
              </a:rPr>
              <a:t>: Transmission Control Protocol and Internet Protocol are communication protocols that define how data should travel across the internet. This is like the transport mechanisms that let you place an order, go to the shop, and buy your goods. In our example, this is like a car or a bike (or however else you might get around).</a:t>
            </a:r>
            <a:endParaRPr b="0" lang="fr-FR" sz="1200" spc="-1" strike="noStrike">
              <a:latin typeface="Arial"/>
            </a:endParaRPr>
          </a:p>
          <a:p>
            <a:pPr marL="457200" indent="-304560">
              <a:lnSpc>
                <a:spcPct val="115000"/>
              </a:lnSpc>
              <a:buClr>
                <a:srgbClr val="333333"/>
              </a:buClr>
              <a:buFont typeface="Wingdings" charset="2"/>
              <a:buChar char=""/>
            </a:pPr>
            <a:r>
              <a:rPr b="1" lang="fr-FR" sz="1200" spc="-1" strike="noStrike">
                <a:solidFill>
                  <a:srgbClr val="333333"/>
                </a:solidFill>
                <a:highlight>
                  <a:srgbClr val="ffffff"/>
                </a:highlight>
                <a:latin typeface="Arial"/>
              </a:rPr>
              <a:t>DNS</a:t>
            </a:r>
            <a:r>
              <a:rPr b="0" lang="fr-FR" sz="1200" spc="-1" strike="noStrike">
                <a:solidFill>
                  <a:srgbClr val="333333"/>
                </a:solidFill>
                <a:highlight>
                  <a:srgbClr val="ffffff"/>
                </a:highlight>
                <a:latin typeface="Arial"/>
              </a:rPr>
              <a:t>: Domain Name Servers are like an address book for websites. When you type a web address in your browser, the browser looks at the DNS to find the website's real address before it can retrieve the website. The browser needs to find out which server the website lives on, so it can send HTTP messages to the right place (see below). This is like looking up the address of the shop so you can access it.</a:t>
            </a:r>
            <a:endParaRPr b="0" lang="fr-FR" sz="1200" spc="-1" strike="noStrike">
              <a:latin typeface="Arial"/>
            </a:endParaRPr>
          </a:p>
          <a:p>
            <a:pPr marL="457200" indent="-304560">
              <a:lnSpc>
                <a:spcPct val="115000"/>
              </a:lnSpc>
              <a:buClr>
                <a:srgbClr val="333333"/>
              </a:buClr>
              <a:buFont typeface="Wingdings" charset="2"/>
              <a:buChar char=""/>
            </a:pPr>
            <a:r>
              <a:rPr b="1" lang="fr-FR" sz="1200" spc="-1" strike="noStrike">
                <a:solidFill>
                  <a:srgbClr val="333333"/>
                </a:solidFill>
                <a:highlight>
                  <a:srgbClr val="ffffff"/>
                </a:highlight>
                <a:latin typeface="Arial"/>
              </a:rPr>
              <a:t>HTTP</a:t>
            </a:r>
            <a:r>
              <a:rPr b="0" lang="fr-FR" sz="1200" spc="-1" strike="noStrike">
                <a:solidFill>
                  <a:srgbClr val="333333"/>
                </a:solidFill>
                <a:highlight>
                  <a:srgbClr val="ffffff"/>
                </a:highlight>
                <a:latin typeface="Arial"/>
              </a:rPr>
              <a:t>: Hypertext Transfer Protocol is an application </a:t>
            </a:r>
            <a:r>
              <a:rPr b="0" lang="fr-FR" sz="1200" spc="-1" strike="noStrike" u="sng">
                <a:solidFill>
                  <a:srgbClr val="000000"/>
                </a:solidFill>
                <a:highlight>
                  <a:srgbClr val="ffffff"/>
                </a:highlight>
                <a:uFillTx/>
                <a:latin typeface="Arial"/>
                <a:hlinkClick r:id="rId1"/>
              </a:rPr>
              <a:t>protocol</a:t>
            </a:r>
            <a:r>
              <a:rPr b="0" lang="fr-FR" sz="1200" spc="-1" strike="noStrike">
                <a:solidFill>
                  <a:srgbClr val="333333"/>
                </a:solidFill>
                <a:highlight>
                  <a:srgbClr val="ffffff"/>
                </a:highlight>
                <a:latin typeface="Arial"/>
              </a:rPr>
              <a:t> that defines a language for clients and servers to speak to each other. This is like the language you use to order your goods.</a:t>
            </a:r>
            <a:endParaRPr b="0" lang="fr-FR" sz="1200" spc="-1" strike="noStrike">
              <a:latin typeface="Arial"/>
            </a:endParaRPr>
          </a:p>
          <a:p>
            <a:pPr marL="457200" indent="-304560">
              <a:lnSpc>
                <a:spcPct val="115000"/>
              </a:lnSpc>
              <a:buClr>
                <a:srgbClr val="333333"/>
              </a:buClr>
              <a:buFont typeface="Wingdings" charset="2"/>
              <a:buChar char=""/>
            </a:pPr>
            <a:r>
              <a:rPr b="1" lang="fr-FR" sz="1200" spc="-1" strike="noStrike">
                <a:solidFill>
                  <a:srgbClr val="333333"/>
                </a:solidFill>
                <a:highlight>
                  <a:srgbClr val="ffffff"/>
                </a:highlight>
                <a:latin typeface="Arial"/>
              </a:rPr>
              <a:t>Component files</a:t>
            </a:r>
            <a:r>
              <a:rPr b="0" lang="fr-FR" sz="1200" spc="-1" strike="noStrike">
                <a:solidFill>
                  <a:srgbClr val="333333"/>
                </a:solidFill>
                <a:highlight>
                  <a:srgbClr val="ffffff"/>
                </a:highlight>
                <a:latin typeface="Arial"/>
              </a:rPr>
              <a:t>: A website is made up of many different files, which are like the different parts of the goods you buy from the shop. These files come in two main types:</a:t>
            </a:r>
            <a:endParaRPr b="0" lang="fr-FR" sz="1200" spc="-1" strike="noStrike">
              <a:latin typeface="Arial"/>
            </a:endParaRPr>
          </a:p>
          <a:p>
            <a:pPr lvl="1" marL="914400" indent="-304560">
              <a:lnSpc>
                <a:spcPct val="115000"/>
              </a:lnSpc>
              <a:buClr>
                <a:srgbClr val="333333"/>
              </a:buClr>
              <a:buFont typeface="StarSymbol"/>
              <a:buAutoNum type="alphaLcPeriod"/>
            </a:pPr>
            <a:r>
              <a:rPr b="1" lang="fr-FR" sz="1200" spc="-1" strike="noStrike">
                <a:solidFill>
                  <a:srgbClr val="333333"/>
                </a:solidFill>
                <a:highlight>
                  <a:srgbClr val="ffffff"/>
                </a:highlight>
                <a:latin typeface="Arial"/>
              </a:rPr>
              <a:t>Code files</a:t>
            </a:r>
            <a:r>
              <a:rPr b="0" lang="fr-FR" sz="1200" spc="-1" strike="noStrike">
                <a:solidFill>
                  <a:srgbClr val="333333"/>
                </a:solidFill>
                <a:highlight>
                  <a:srgbClr val="ffffff"/>
                </a:highlight>
                <a:latin typeface="Arial"/>
              </a:rPr>
              <a:t>: Websites are built primarily from HTML, CSS, and JavaScript, though you'll meet other technologies a bit later.</a:t>
            </a:r>
            <a:endParaRPr b="0" lang="fr-FR" sz="1200" spc="-1" strike="noStrike">
              <a:latin typeface="Arial"/>
            </a:endParaRPr>
          </a:p>
          <a:p>
            <a:pPr lvl="1" marL="914400" indent="-304560">
              <a:lnSpc>
                <a:spcPct val="115000"/>
              </a:lnSpc>
              <a:buClr>
                <a:srgbClr val="333333"/>
              </a:buClr>
              <a:buFont typeface="StarSymbol"/>
              <a:buAutoNum type="alphaLcPeriod"/>
            </a:pPr>
            <a:r>
              <a:rPr b="1" lang="fr-FR" sz="1200" spc="-1" strike="noStrike">
                <a:solidFill>
                  <a:srgbClr val="333333"/>
                </a:solidFill>
                <a:highlight>
                  <a:srgbClr val="ffffff"/>
                </a:highlight>
                <a:latin typeface="Arial"/>
              </a:rPr>
              <a:t>Assets</a:t>
            </a:r>
            <a:r>
              <a:rPr b="0" lang="fr-FR" sz="1200" spc="-1" strike="noStrike">
                <a:solidFill>
                  <a:srgbClr val="333333"/>
                </a:solidFill>
                <a:highlight>
                  <a:srgbClr val="ffffff"/>
                </a:highlight>
                <a:latin typeface="Arial"/>
              </a:rPr>
              <a:t>: This is a collective name for all the other stuff that makes up a website, such as images, music, video, Word documents, and PDFs.</a:t>
            </a:r>
            <a:endParaRPr b="0" lang="fr-FR" sz="1200" spc="-1" strike="noStrike">
              <a:latin typeface="Arial"/>
            </a:endParaRPr>
          </a:p>
          <a:p>
            <a:pPr marL="457200">
              <a:lnSpc>
                <a:spcPct val="115000"/>
              </a:lnSpc>
              <a:spcBef>
                <a:spcPts val="4601"/>
              </a:spcBef>
            </a:pPr>
            <a:endParaRPr b="0" lang="fr-FR" sz="1200" spc="-1" strike="noStrike">
              <a:latin typeface="Arial"/>
            </a:endParaRPr>
          </a:p>
          <a:p>
            <a:pPr>
              <a:lnSpc>
                <a:spcPct val="120000"/>
              </a:lnSpc>
              <a:spcBef>
                <a:spcPts val="4501"/>
              </a:spcBef>
            </a:pPr>
            <a:endParaRPr b="0" lang="fr-FR" sz="1200" spc="-1" strike="noStrike">
              <a:latin typeface="Arial"/>
            </a:endParaRPr>
          </a:p>
          <a:p>
            <a:pPr>
              <a:lnSpc>
                <a:spcPct val="100000"/>
              </a:lnSpc>
              <a:spcBef>
                <a:spcPts val="1500"/>
              </a:spcBef>
            </a:pPr>
            <a:endParaRPr b="0" lang="fr-FR" sz="1200" spc="-1" strike="noStrike">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6" name="PlaceHolder 2"/>
          <p:cNvSpPr>
            <a:spLocks noGrp="1"/>
          </p:cNvSpPr>
          <p:nvPr>
            <p:ph type="subTitle"/>
          </p:nvPr>
        </p:nvSpPr>
        <p:spPr>
          <a:xfrm>
            <a:off x="311760" y="1468800"/>
            <a:ext cx="8520120" cy="3099600"/>
          </a:xfrm>
          <a:prstGeom prst="rect">
            <a:avLst/>
          </a:prstGeom>
        </p:spPr>
        <p:txBody>
          <a:bodyPr lIns="0" rIns="0" tIns="0" bIns="0" anchor="ctr">
            <a:noAutofit/>
          </a:bodyPr>
          <a:p>
            <a:pPr algn="ctr"/>
            <a:endParaRPr b="0" lang="fr-FR"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8" name="PlaceHolder 2"/>
          <p:cNvSpPr>
            <a:spLocks noGrp="1"/>
          </p:cNvSpPr>
          <p:nvPr>
            <p:ph type="body"/>
          </p:nvPr>
        </p:nvSpPr>
        <p:spPr>
          <a:xfrm>
            <a:off x="311760" y="1468800"/>
            <a:ext cx="8520120" cy="3099600"/>
          </a:xfrm>
          <a:prstGeom prst="rect">
            <a:avLst/>
          </a:prstGeom>
        </p:spPr>
        <p:txBody>
          <a:bodyPr lIns="0" rIns="0" tIns="0" bIns="0">
            <a:normAutofit/>
          </a:bodyPr>
          <a:p>
            <a:endParaRPr b="0" lang="fr-FR" sz="1400" spc="-1" strike="noStrike">
              <a:solidFill>
                <a:srgbClr val="000000"/>
              </a:solidFill>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10" name="PlaceHolder 2"/>
          <p:cNvSpPr>
            <a:spLocks noGrp="1"/>
          </p:cNvSpPr>
          <p:nvPr>
            <p:ph type="body"/>
          </p:nvPr>
        </p:nvSpPr>
        <p:spPr>
          <a:xfrm>
            <a:off x="311760" y="1468800"/>
            <a:ext cx="4157640" cy="3099600"/>
          </a:xfrm>
          <a:prstGeom prst="rect">
            <a:avLst/>
          </a:prstGeom>
        </p:spPr>
        <p:txBody>
          <a:bodyPr lIns="0" rIns="0" tIns="0" bIns="0">
            <a:normAutofit/>
          </a:bodyPr>
          <a:p>
            <a:endParaRPr b="0" lang="fr-FR" sz="1400" spc="-1" strike="noStrike">
              <a:solidFill>
                <a:srgbClr val="000000"/>
              </a:solidFill>
              <a:latin typeface="Arial"/>
            </a:endParaRPr>
          </a:p>
        </p:txBody>
      </p:sp>
      <p:sp>
        <p:nvSpPr>
          <p:cNvPr id="11" name="PlaceHolder 3"/>
          <p:cNvSpPr>
            <a:spLocks noGrp="1"/>
          </p:cNvSpPr>
          <p:nvPr>
            <p:ph type="body"/>
          </p:nvPr>
        </p:nvSpPr>
        <p:spPr>
          <a:xfrm>
            <a:off x="4677840" y="1468800"/>
            <a:ext cx="4157640" cy="3099600"/>
          </a:xfrm>
          <a:prstGeom prst="rect">
            <a:avLst/>
          </a:prstGeom>
        </p:spPr>
        <p:txBody>
          <a:bodyPr lIns="0" rIns="0" tIns="0" bIns="0">
            <a:normAutofit/>
          </a:bodyPr>
          <a:p>
            <a:endParaRPr b="0" lang="fr-FR" sz="1400" spc="-1" strike="noStrike">
              <a:solidFill>
                <a:srgbClr val="000000"/>
              </a:solidFill>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311760" y="372600"/>
            <a:ext cx="8520120" cy="3400560"/>
          </a:xfrm>
          <a:prstGeom prst="rect">
            <a:avLst/>
          </a:prstGeom>
        </p:spPr>
        <p:txBody>
          <a:bodyPr lIns="0" rIns="0" tIns="0" bIns="0" anchor="ctr">
            <a:noAutofit/>
          </a:bodyPr>
          <a:p>
            <a:pPr algn="ctr"/>
            <a:endParaRPr b="0" lang="fr-FR"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15" name="PlaceHolder 2"/>
          <p:cNvSpPr>
            <a:spLocks noGrp="1"/>
          </p:cNvSpPr>
          <p:nvPr>
            <p:ph type="body"/>
          </p:nvPr>
        </p:nvSpPr>
        <p:spPr>
          <a:xfrm>
            <a:off x="311760" y="146880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16" name="PlaceHolder 3"/>
          <p:cNvSpPr>
            <a:spLocks noGrp="1"/>
          </p:cNvSpPr>
          <p:nvPr>
            <p:ph type="body"/>
          </p:nvPr>
        </p:nvSpPr>
        <p:spPr>
          <a:xfrm>
            <a:off x="4677840" y="1468800"/>
            <a:ext cx="4157640" cy="3099600"/>
          </a:xfrm>
          <a:prstGeom prst="rect">
            <a:avLst/>
          </a:prstGeom>
        </p:spPr>
        <p:txBody>
          <a:bodyPr lIns="0" rIns="0" tIns="0" bIns="0">
            <a:normAutofit/>
          </a:bodyPr>
          <a:p>
            <a:endParaRPr b="0" lang="fr-FR" sz="1400" spc="-1" strike="noStrike">
              <a:solidFill>
                <a:srgbClr val="000000"/>
              </a:solidFill>
              <a:latin typeface="Arial"/>
            </a:endParaRPr>
          </a:p>
        </p:txBody>
      </p:sp>
      <p:sp>
        <p:nvSpPr>
          <p:cNvPr id="17" name="PlaceHolder 4"/>
          <p:cNvSpPr>
            <a:spLocks noGrp="1"/>
          </p:cNvSpPr>
          <p:nvPr>
            <p:ph type="body"/>
          </p:nvPr>
        </p:nvSpPr>
        <p:spPr>
          <a:xfrm>
            <a:off x="311760" y="308772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19" name="PlaceHolder 2"/>
          <p:cNvSpPr>
            <a:spLocks noGrp="1"/>
          </p:cNvSpPr>
          <p:nvPr>
            <p:ph type="body"/>
          </p:nvPr>
        </p:nvSpPr>
        <p:spPr>
          <a:xfrm>
            <a:off x="311760" y="1468800"/>
            <a:ext cx="4157640" cy="3099600"/>
          </a:xfrm>
          <a:prstGeom prst="rect">
            <a:avLst/>
          </a:prstGeom>
        </p:spPr>
        <p:txBody>
          <a:bodyPr lIns="0" rIns="0" tIns="0" bIns="0">
            <a:normAutofit/>
          </a:bodyPr>
          <a:p>
            <a:endParaRPr b="0" lang="fr-FR" sz="1400" spc="-1" strike="noStrike">
              <a:solidFill>
                <a:srgbClr val="000000"/>
              </a:solidFill>
              <a:latin typeface="Arial"/>
            </a:endParaRPr>
          </a:p>
        </p:txBody>
      </p:sp>
      <p:sp>
        <p:nvSpPr>
          <p:cNvPr id="20" name="PlaceHolder 3"/>
          <p:cNvSpPr>
            <a:spLocks noGrp="1"/>
          </p:cNvSpPr>
          <p:nvPr>
            <p:ph type="body"/>
          </p:nvPr>
        </p:nvSpPr>
        <p:spPr>
          <a:xfrm>
            <a:off x="4677840" y="146880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21" name="PlaceHolder 4"/>
          <p:cNvSpPr>
            <a:spLocks noGrp="1"/>
          </p:cNvSpPr>
          <p:nvPr>
            <p:ph type="body"/>
          </p:nvPr>
        </p:nvSpPr>
        <p:spPr>
          <a:xfrm>
            <a:off x="4677840" y="308772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23" name="PlaceHolder 2"/>
          <p:cNvSpPr>
            <a:spLocks noGrp="1"/>
          </p:cNvSpPr>
          <p:nvPr>
            <p:ph type="body"/>
          </p:nvPr>
        </p:nvSpPr>
        <p:spPr>
          <a:xfrm>
            <a:off x="311760" y="146880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24" name="PlaceHolder 3"/>
          <p:cNvSpPr>
            <a:spLocks noGrp="1"/>
          </p:cNvSpPr>
          <p:nvPr>
            <p:ph type="body"/>
          </p:nvPr>
        </p:nvSpPr>
        <p:spPr>
          <a:xfrm>
            <a:off x="4677840" y="146880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25" name="PlaceHolder 4"/>
          <p:cNvSpPr>
            <a:spLocks noGrp="1"/>
          </p:cNvSpPr>
          <p:nvPr>
            <p:ph type="body"/>
          </p:nvPr>
        </p:nvSpPr>
        <p:spPr>
          <a:xfrm>
            <a:off x="311760" y="3087720"/>
            <a:ext cx="8520120" cy="1478160"/>
          </a:xfrm>
          <a:prstGeom prst="rect">
            <a:avLst/>
          </a:prstGeom>
        </p:spPr>
        <p:txBody>
          <a:bodyPr lIns="0" rIns="0" tIns="0" bIns="0">
            <a:normAutofit/>
          </a:bodyPr>
          <a:p>
            <a:endParaRPr b="0" lang="fr-FR" sz="1400" spc="-1" strike="noStrike">
              <a:solidFill>
                <a:srgbClr val="000000"/>
              </a:solidFill>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27" name="PlaceHolder 2"/>
          <p:cNvSpPr>
            <a:spLocks noGrp="1"/>
          </p:cNvSpPr>
          <p:nvPr>
            <p:ph type="body"/>
          </p:nvPr>
        </p:nvSpPr>
        <p:spPr>
          <a:xfrm>
            <a:off x="311760" y="1468800"/>
            <a:ext cx="852012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28" name="PlaceHolder 3"/>
          <p:cNvSpPr>
            <a:spLocks noGrp="1"/>
          </p:cNvSpPr>
          <p:nvPr>
            <p:ph type="body"/>
          </p:nvPr>
        </p:nvSpPr>
        <p:spPr>
          <a:xfrm>
            <a:off x="311760" y="3087720"/>
            <a:ext cx="8520120" cy="1478160"/>
          </a:xfrm>
          <a:prstGeom prst="rect">
            <a:avLst/>
          </a:prstGeom>
        </p:spPr>
        <p:txBody>
          <a:bodyPr lIns="0" rIns="0" tIns="0" bIns="0">
            <a:normAutofit/>
          </a:bodyPr>
          <a:p>
            <a:endParaRPr b="0" lang="fr-FR" sz="1400" spc="-1" strike="noStrike">
              <a:solidFill>
                <a:srgbClr val="000000"/>
              </a:solidFill>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30" name="PlaceHolder 2"/>
          <p:cNvSpPr>
            <a:spLocks noGrp="1"/>
          </p:cNvSpPr>
          <p:nvPr>
            <p:ph type="body"/>
          </p:nvPr>
        </p:nvSpPr>
        <p:spPr>
          <a:xfrm>
            <a:off x="311760" y="146880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31" name="PlaceHolder 3"/>
          <p:cNvSpPr>
            <a:spLocks noGrp="1"/>
          </p:cNvSpPr>
          <p:nvPr>
            <p:ph type="body"/>
          </p:nvPr>
        </p:nvSpPr>
        <p:spPr>
          <a:xfrm>
            <a:off x="4677840" y="146880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32" name="PlaceHolder 4"/>
          <p:cNvSpPr>
            <a:spLocks noGrp="1"/>
          </p:cNvSpPr>
          <p:nvPr>
            <p:ph type="body"/>
          </p:nvPr>
        </p:nvSpPr>
        <p:spPr>
          <a:xfrm>
            <a:off x="311760" y="308772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33" name="PlaceHolder 5"/>
          <p:cNvSpPr>
            <a:spLocks noGrp="1"/>
          </p:cNvSpPr>
          <p:nvPr>
            <p:ph type="body"/>
          </p:nvPr>
        </p:nvSpPr>
        <p:spPr>
          <a:xfrm>
            <a:off x="4677840" y="308772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35" name="PlaceHolder 2"/>
          <p:cNvSpPr>
            <a:spLocks noGrp="1"/>
          </p:cNvSpPr>
          <p:nvPr>
            <p:ph type="body"/>
          </p:nvPr>
        </p:nvSpPr>
        <p:spPr>
          <a:xfrm>
            <a:off x="311760" y="1468800"/>
            <a:ext cx="274320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36" name="PlaceHolder 3"/>
          <p:cNvSpPr>
            <a:spLocks noGrp="1"/>
          </p:cNvSpPr>
          <p:nvPr>
            <p:ph type="body"/>
          </p:nvPr>
        </p:nvSpPr>
        <p:spPr>
          <a:xfrm>
            <a:off x="3192480" y="1468800"/>
            <a:ext cx="274320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37" name="PlaceHolder 4"/>
          <p:cNvSpPr>
            <a:spLocks noGrp="1"/>
          </p:cNvSpPr>
          <p:nvPr>
            <p:ph type="body"/>
          </p:nvPr>
        </p:nvSpPr>
        <p:spPr>
          <a:xfrm>
            <a:off x="6073200" y="1468800"/>
            <a:ext cx="274320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38" name="PlaceHolder 5"/>
          <p:cNvSpPr>
            <a:spLocks noGrp="1"/>
          </p:cNvSpPr>
          <p:nvPr>
            <p:ph type="body"/>
          </p:nvPr>
        </p:nvSpPr>
        <p:spPr>
          <a:xfrm>
            <a:off x="311760" y="3087720"/>
            <a:ext cx="274320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39" name="PlaceHolder 6"/>
          <p:cNvSpPr>
            <a:spLocks noGrp="1"/>
          </p:cNvSpPr>
          <p:nvPr>
            <p:ph type="body"/>
          </p:nvPr>
        </p:nvSpPr>
        <p:spPr>
          <a:xfrm>
            <a:off x="3192480" y="3087720"/>
            <a:ext cx="274320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40" name="PlaceHolder 7"/>
          <p:cNvSpPr>
            <a:spLocks noGrp="1"/>
          </p:cNvSpPr>
          <p:nvPr>
            <p:ph type="body"/>
          </p:nvPr>
        </p:nvSpPr>
        <p:spPr>
          <a:xfrm>
            <a:off x="6073200" y="3087720"/>
            <a:ext cx="2743200" cy="1478160"/>
          </a:xfrm>
          <a:prstGeom prst="rect">
            <a:avLst/>
          </a:prstGeom>
        </p:spPr>
        <p:txBody>
          <a:bodyPr lIns="0" rIns="0" tIns="0" bIns="0">
            <a:normAutofit/>
          </a:bodyPr>
          <a:p>
            <a:endParaRPr b="0" lang="fr-FR" sz="1400" spc="-1" strike="noStrike">
              <a:solidFill>
                <a:srgbClr val="000000"/>
              </a:solidFill>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5"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46" name="PlaceHolder 2"/>
          <p:cNvSpPr>
            <a:spLocks noGrp="1"/>
          </p:cNvSpPr>
          <p:nvPr>
            <p:ph type="subTitle"/>
          </p:nvPr>
        </p:nvSpPr>
        <p:spPr>
          <a:xfrm>
            <a:off x="311760" y="1468800"/>
            <a:ext cx="8520120" cy="3099600"/>
          </a:xfrm>
          <a:prstGeom prst="rect">
            <a:avLst/>
          </a:prstGeom>
        </p:spPr>
        <p:txBody>
          <a:bodyPr lIns="0" rIns="0" tIns="0" bIns="0" anchor="ctr">
            <a:noAutofit/>
          </a:bodyPr>
          <a:p>
            <a:pPr algn="ctr"/>
            <a:endParaRPr b="0" lang="fr-FR" sz="3200" spc="-1" strike="noStrike">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7"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48" name="PlaceHolder 2"/>
          <p:cNvSpPr>
            <a:spLocks noGrp="1"/>
          </p:cNvSpPr>
          <p:nvPr>
            <p:ph type="body"/>
          </p:nvPr>
        </p:nvSpPr>
        <p:spPr>
          <a:xfrm>
            <a:off x="311760" y="1468800"/>
            <a:ext cx="8520120" cy="3099600"/>
          </a:xfrm>
          <a:prstGeom prst="rect">
            <a:avLst/>
          </a:prstGeom>
        </p:spPr>
        <p:txBody>
          <a:bodyPr lIns="0" rIns="0" tIns="0" bIns="0">
            <a:normAutofit/>
          </a:bodyPr>
          <a:p>
            <a:endParaRPr b="0" lang="fr-FR" sz="1400" spc="-1" strike="noStrike">
              <a:solidFill>
                <a:srgbClr val="000000"/>
              </a:solidFill>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50" name="PlaceHolder 2"/>
          <p:cNvSpPr>
            <a:spLocks noGrp="1"/>
          </p:cNvSpPr>
          <p:nvPr>
            <p:ph type="body"/>
          </p:nvPr>
        </p:nvSpPr>
        <p:spPr>
          <a:xfrm>
            <a:off x="311760" y="1468800"/>
            <a:ext cx="4157640" cy="3099600"/>
          </a:xfrm>
          <a:prstGeom prst="rect">
            <a:avLst/>
          </a:prstGeom>
        </p:spPr>
        <p:txBody>
          <a:bodyPr lIns="0" rIns="0" tIns="0" bIns="0">
            <a:normAutofit/>
          </a:bodyPr>
          <a:p>
            <a:endParaRPr b="0" lang="fr-FR" sz="1400" spc="-1" strike="noStrike">
              <a:solidFill>
                <a:srgbClr val="000000"/>
              </a:solidFill>
              <a:latin typeface="Arial"/>
            </a:endParaRPr>
          </a:p>
        </p:txBody>
      </p:sp>
      <p:sp>
        <p:nvSpPr>
          <p:cNvPr id="51" name="PlaceHolder 3"/>
          <p:cNvSpPr>
            <a:spLocks noGrp="1"/>
          </p:cNvSpPr>
          <p:nvPr>
            <p:ph type="body"/>
          </p:nvPr>
        </p:nvSpPr>
        <p:spPr>
          <a:xfrm>
            <a:off x="4677840" y="1468800"/>
            <a:ext cx="4157640" cy="3099600"/>
          </a:xfrm>
          <a:prstGeom prst="rect">
            <a:avLst/>
          </a:prstGeom>
        </p:spPr>
        <p:txBody>
          <a:bodyPr lIns="0" rIns="0" tIns="0" bIns="0">
            <a:normAutofit/>
          </a:bodyPr>
          <a:p>
            <a:endParaRPr b="0" lang="fr-FR" sz="1400" spc="-1" strike="noStrike">
              <a:solidFill>
                <a:srgbClr val="000000"/>
              </a:solidFill>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2"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3" name="PlaceHolder 1"/>
          <p:cNvSpPr>
            <a:spLocks noGrp="1"/>
          </p:cNvSpPr>
          <p:nvPr>
            <p:ph type="subTitle"/>
          </p:nvPr>
        </p:nvSpPr>
        <p:spPr>
          <a:xfrm>
            <a:off x="311760" y="372600"/>
            <a:ext cx="8520120" cy="3400560"/>
          </a:xfrm>
          <a:prstGeom prst="rect">
            <a:avLst/>
          </a:prstGeom>
        </p:spPr>
        <p:txBody>
          <a:bodyPr lIns="0" rIns="0" tIns="0" bIns="0" anchor="ctr">
            <a:noAutofit/>
          </a:bodyPr>
          <a:p>
            <a:pPr algn="ctr"/>
            <a:endParaRPr b="0" lang="fr-FR" sz="3200" spc="-1" strike="noStrike">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4"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55" name="PlaceHolder 2"/>
          <p:cNvSpPr>
            <a:spLocks noGrp="1"/>
          </p:cNvSpPr>
          <p:nvPr>
            <p:ph type="body"/>
          </p:nvPr>
        </p:nvSpPr>
        <p:spPr>
          <a:xfrm>
            <a:off x="311760" y="146880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56" name="PlaceHolder 3"/>
          <p:cNvSpPr>
            <a:spLocks noGrp="1"/>
          </p:cNvSpPr>
          <p:nvPr>
            <p:ph type="body"/>
          </p:nvPr>
        </p:nvSpPr>
        <p:spPr>
          <a:xfrm>
            <a:off x="4677840" y="1468800"/>
            <a:ext cx="4157640" cy="3099600"/>
          </a:xfrm>
          <a:prstGeom prst="rect">
            <a:avLst/>
          </a:prstGeom>
        </p:spPr>
        <p:txBody>
          <a:bodyPr lIns="0" rIns="0" tIns="0" bIns="0">
            <a:normAutofit/>
          </a:bodyPr>
          <a:p>
            <a:endParaRPr b="0" lang="fr-FR" sz="1400" spc="-1" strike="noStrike">
              <a:solidFill>
                <a:srgbClr val="000000"/>
              </a:solidFill>
              <a:latin typeface="Arial"/>
            </a:endParaRPr>
          </a:p>
        </p:txBody>
      </p:sp>
      <p:sp>
        <p:nvSpPr>
          <p:cNvPr id="57" name="PlaceHolder 4"/>
          <p:cNvSpPr>
            <a:spLocks noGrp="1"/>
          </p:cNvSpPr>
          <p:nvPr>
            <p:ph type="body"/>
          </p:nvPr>
        </p:nvSpPr>
        <p:spPr>
          <a:xfrm>
            <a:off x="311760" y="308772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8"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59" name="PlaceHolder 2"/>
          <p:cNvSpPr>
            <a:spLocks noGrp="1"/>
          </p:cNvSpPr>
          <p:nvPr>
            <p:ph type="body"/>
          </p:nvPr>
        </p:nvSpPr>
        <p:spPr>
          <a:xfrm>
            <a:off x="311760" y="1468800"/>
            <a:ext cx="4157640" cy="3099600"/>
          </a:xfrm>
          <a:prstGeom prst="rect">
            <a:avLst/>
          </a:prstGeom>
        </p:spPr>
        <p:txBody>
          <a:bodyPr lIns="0" rIns="0" tIns="0" bIns="0">
            <a:normAutofit/>
          </a:bodyPr>
          <a:p>
            <a:endParaRPr b="0" lang="fr-FR" sz="1400" spc="-1" strike="noStrike">
              <a:solidFill>
                <a:srgbClr val="000000"/>
              </a:solidFill>
              <a:latin typeface="Arial"/>
            </a:endParaRPr>
          </a:p>
        </p:txBody>
      </p:sp>
      <p:sp>
        <p:nvSpPr>
          <p:cNvPr id="60" name="PlaceHolder 3"/>
          <p:cNvSpPr>
            <a:spLocks noGrp="1"/>
          </p:cNvSpPr>
          <p:nvPr>
            <p:ph type="body"/>
          </p:nvPr>
        </p:nvSpPr>
        <p:spPr>
          <a:xfrm>
            <a:off x="4677840" y="146880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61" name="PlaceHolder 4"/>
          <p:cNvSpPr>
            <a:spLocks noGrp="1"/>
          </p:cNvSpPr>
          <p:nvPr>
            <p:ph type="body"/>
          </p:nvPr>
        </p:nvSpPr>
        <p:spPr>
          <a:xfrm>
            <a:off x="4677840" y="308772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2"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63" name="PlaceHolder 2"/>
          <p:cNvSpPr>
            <a:spLocks noGrp="1"/>
          </p:cNvSpPr>
          <p:nvPr>
            <p:ph type="body"/>
          </p:nvPr>
        </p:nvSpPr>
        <p:spPr>
          <a:xfrm>
            <a:off x="311760" y="146880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64" name="PlaceHolder 3"/>
          <p:cNvSpPr>
            <a:spLocks noGrp="1"/>
          </p:cNvSpPr>
          <p:nvPr>
            <p:ph type="body"/>
          </p:nvPr>
        </p:nvSpPr>
        <p:spPr>
          <a:xfrm>
            <a:off x="4677840" y="146880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65" name="PlaceHolder 4"/>
          <p:cNvSpPr>
            <a:spLocks noGrp="1"/>
          </p:cNvSpPr>
          <p:nvPr>
            <p:ph type="body"/>
          </p:nvPr>
        </p:nvSpPr>
        <p:spPr>
          <a:xfrm>
            <a:off x="311760" y="3087720"/>
            <a:ext cx="8520120" cy="1478160"/>
          </a:xfrm>
          <a:prstGeom prst="rect">
            <a:avLst/>
          </a:prstGeom>
        </p:spPr>
        <p:txBody>
          <a:bodyPr lIns="0" rIns="0" tIns="0" bIns="0">
            <a:normAutofit/>
          </a:bodyPr>
          <a:p>
            <a:endParaRPr b="0" lang="fr-FR" sz="1400" spc="-1" strike="noStrike">
              <a:solidFill>
                <a:srgbClr val="000000"/>
              </a:solidFill>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6"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67" name="PlaceHolder 2"/>
          <p:cNvSpPr>
            <a:spLocks noGrp="1"/>
          </p:cNvSpPr>
          <p:nvPr>
            <p:ph type="body"/>
          </p:nvPr>
        </p:nvSpPr>
        <p:spPr>
          <a:xfrm>
            <a:off x="311760" y="1468800"/>
            <a:ext cx="852012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68" name="PlaceHolder 3"/>
          <p:cNvSpPr>
            <a:spLocks noGrp="1"/>
          </p:cNvSpPr>
          <p:nvPr>
            <p:ph type="body"/>
          </p:nvPr>
        </p:nvSpPr>
        <p:spPr>
          <a:xfrm>
            <a:off x="311760" y="3087720"/>
            <a:ext cx="8520120" cy="1478160"/>
          </a:xfrm>
          <a:prstGeom prst="rect">
            <a:avLst/>
          </a:prstGeom>
        </p:spPr>
        <p:txBody>
          <a:bodyPr lIns="0" rIns="0" tIns="0" bIns="0">
            <a:normAutofit/>
          </a:bodyPr>
          <a:p>
            <a:endParaRPr b="0" lang="fr-FR" sz="1400" spc="-1" strike="noStrike">
              <a:solidFill>
                <a:srgbClr val="000000"/>
              </a:solidFill>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70" name="PlaceHolder 2"/>
          <p:cNvSpPr>
            <a:spLocks noGrp="1"/>
          </p:cNvSpPr>
          <p:nvPr>
            <p:ph type="body"/>
          </p:nvPr>
        </p:nvSpPr>
        <p:spPr>
          <a:xfrm>
            <a:off x="311760" y="146880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71" name="PlaceHolder 3"/>
          <p:cNvSpPr>
            <a:spLocks noGrp="1"/>
          </p:cNvSpPr>
          <p:nvPr>
            <p:ph type="body"/>
          </p:nvPr>
        </p:nvSpPr>
        <p:spPr>
          <a:xfrm>
            <a:off x="4677840" y="146880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72" name="PlaceHolder 4"/>
          <p:cNvSpPr>
            <a:spLocks noGrp="1"/>
          </p:cNvSpPr>
          <p:nvPr>
            <p:ph type="body"/>
          </p:nvPr>
        </p:nvSpPr>
        <p:spPr>
          <a:xfrm>
            <a:off x="311760" y="308772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73" name="PlaceHolder 5"/>
          <p:cNvSpPr>
            <a:spLocks noGrp="1"/>
          </p:cNvSpPr>
          <p:nvPr>
            <p:ph type="body"/>
          </p:nvPr>
        </p:nvSpPr>
        <p:spPr>
          <a:xfrm>
            <a:off x="4677840" y="308772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4"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75" name="PlaceHolder 2"/>
          <p:cNvSpPr>
            <a:spLocks noGrp="1"/>
          </p:cNvSpPr>
          <p:nvPr>
            <p:ph type="body"/>
          </p:nvPr>
        </p:nvSpPr>
        <p:spPr>
          <a:xfrm>
            <a:off x="311760" y="1468800"/>
            <a:ext cx="274320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76" name="PlaceHolder 3"/>
          <p:cNvSpPr>
            <a:spLocks noGrp="1"/>
          </p:cNvSpPr>
          <p:nvPr>
            <p:ph type="body"/>
          </p:nvPr>
        </p:nvSpPr>
        <p:spPr>
          <a:xfrm>
            <a:off x="3192480" y="1468800"/>
            <a:ext cx="274320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77" name="PlaceHolder 4"/>
          <p:cNvSpPr>
            <a:spLocks noGrp="1"/>
          </p:cNvSpPr>
          <p:nvPr>
            <p:ph type="body"/>
          </p:nvPr>
        </p:nvSpPr>
        <p:spPr>
          <a:xfrm>
            <a:off x="6073200" y="1468800"/>
            <a:ext cx="274320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78" name="PlaceHolder 5"/>
          <p:cNvSpPr>
            <a:spLocks noGrp="1"/>
          </p:cNvSpPr>
          <p:nvPr>
            <p:ph type="body"/>
          </p:nvPr>
        </p:nvSpPr>
        <p:spPr>
          <a:xfrm>
            <a:off x="311760" y="3087720"/>
            <a:ext cx="274320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79" name="PlaceHolder 6"/>
          <p:cNvSpPr>
            <a:spLocks noGrp="1"/>
          </p:cNvSpPr>
          <p:nvPr>
            <p:ph type="body"/>
          </p:nvPr>
        </p:nvSpPr>
        <p:spPr>
          <a:xfrm>
            <a:off x="3192480" y="3087720"/>
            <a:ext cx="274320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80" name="PlaceHolder 7"/>
          <p:cNvSpPr>
            <a:spLocks noGrp="1"/>
          </p:cNvSpPr>
          <p:nvPr>
            <p:ph type="body"/>
          </p:nvPr>
        </p:nvSpPr>
        <p:spPr>
          <a:xfrm>
            <a:off x="6073200" y="3087720"/>
            <a:ext cx="2743200" cy="1478160"/>
          </a:xfrm>
          <a:prstGeom prst="rect">
            <a:avLst/>
          </a:prstGeom>
        </p:spPr>
        <p:txBody>
          <a:bodyPr lIns="0" rIns="0" tIns="0" bIns="0">
            <a:normAutofit/>
          </a:bodyPr>
          <a:p>
            <a:endParaRPr b="0" lang="fr-FR" sz="1400" spc="-1" strike="noStrike">
              <a:solidFill>
                <a:srgbClr val="000000"/>
              </a:solidFill>
              <a:latin typeface="Arial"/>
            </a:endParaRP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5"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86" name="PlaceHolder 2"/>
          <p:cNvSpPr>
            <a:spLocks noGrp="1"/>
          </p:cNvSpPr>
          <p:nvPr>
            <p:ph type="subTitle"/>
          </p:nvPr>
        </p:nvSpPr>
        <p:spPr>
          <a:xfrm>
            <a:off x="311760" y="1468800"/>
            <a:ext cx="8520120" cy="3099600"/>
          </a:xfrm>
          <a:prstGeom prst="rect">
            <a:avLst/>
          </a:prstGeom>
        </p:spPr>
        <p:txBody>
          <a:bodyPr lIns="0" rIns="0" tIns="0" bIns="0" anchor="ctr">
            <a:noAutofit/>
          </a:bodyPr>
          <a:p>
            <a:pPr algn="ctr"/>
            <a:endParaRPr b="0" lang="fr-FR" sz="3200" spc="-1" strike="noStrike">
              <a:latin typeface="Arial"/>
            </a:endParaRP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87"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88" name="PlaceHolder 2"/>
          <p:cNvSpPr>
            <a:spLocks noGrp="1"/>
          </p:cNvSpPr>
          <p:nvPr>
            <p:ph type="body"/>
          </p:nvPr>
        </p:nvSpPr>
        <p:spPr>
          <a:xfrm>
            <a:off x="311760" y="1468800"/>
            <a:ext cx="8520120" cy="3099600"/>
          </a:xfrm>
          <a:prstGeom prst="rect">
            <a:avLst/>
          </a:prstGeom>
        </p:spPr>
        <p:txBody>
          <a:bodyPr lIns="0" rIns="0" tIns="0" bIns="0">
            <a:normAutofit/>
          </a:bodyPr>
          <a:p>
            <a:endParaRPr b="0" lang="fr-FR" sz="1400" spc="-1" strike="noStrike">
              <a:solidFill>
                <a:srgbClr val="000000"/>
              </a:solidFill>
              <a:latin typeface="Arial"/>
            </a:endParaRP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89"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90" name="PlaceHolder 2"/>
          <p:cNvSpPr>
            <a:spLocks noGrp="1"/>
          </p:cNvSpPr>
          <p:nvPr>
            <p:ph type="body"/>
          </p:nvPr>
        </p:nvSpPr>
        <p:spPr>
          <a:xfrm>
            <a:off x="311760" y="1468800"/>
            <a:ext cx="4157640" cy="3099600"/>
          </a:xfrm>
          <a:prstGeom prst="rect">
            <a:avLst/>
          </a:prstGeom>
        </p:spPr>
        <p:txBody>
          <a:bodyPr lIns="0" rIns="0" tIns="0" bIns="0">
            <a:normAutofit/>
          </a:bodyPr>
          <a:p>
            <a:endParaRPr b="0" lang="fr-FR" sz="1400" spc="-1" strike="noStrike">
              <a:solidFill>
                <a:srgbClr val="000000"/>
              </a:solidFill>
              <a:latin typeface="Arial"/>
            </a:endParaRPr>
          </a:p>
        </p:txBody>
      </p:sp>
      <p:sp>
        <p:nvSpPr>
          <p:cNvPr id="91" name="PlaceHolder 3"/>
          <p:cNvSpPr>
            <a:spLocks noGrp="1"/>
          </p:cNvSpPr>
          <p:nvPr>
            <p:ph type="body"/>
          </p:nvPr>
        </p:nvSpPr>
        <p:spPr>
          <a:xfrm>
            <a:off x="4677840" y="1468800"/>
            <a:ext cx="4157640" cy="3099600"/>
          </a:xfrm>
          <a:prstGeom prst="rect">
            <a:avLst/>
          </a:prstGeom>
        </p:spPr>
        <p:txBody>
          <a:bodyPr lIns="0" rIns="0" tIns="0" bIns="0">
            <a:normAutofit/>
          </a:bodyPr>
          <a:p>
            <a:endParaRPr b="0" lang="fr-FR" sz="1400" spc="-1" strike="noStrike">
              <a:solidFill>
                <a:srgbClr val="000000"/>
              </a:solidFill>
              <a:latin typeface="Arial"/>
            </a:endParaRP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2"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93" name="PlaceHolder 1"/>
          <p:cNvSpPr>
            <a:spLocks noGrp="1"/>
          </p:cNvSpPr>
          <p:nvPr>
            <p:ph type="subTitle"/>
          </p:nvPr>
        </p:nvSpPr>
        <p:spPr>
          <a:xfrm>
            <a:off x="311760" y="372600"/>
            <a:ext cx="8520120" cy="3400560"/>
          </a:xfrm>
          <a:prstGeom prst="rect">
            <a:avLst/>
          </a:prstGeom>
        </p:spPr>
        <p:txBody>
          <a:bodyPr lIns="0" rIns="0" tIns="0" bIns="0" anchor="ctr">
            <a:noAutofit/>
          </a:bodyPr>
          <a:p>
            <a:pPr algn="ctr"/>
            <a:endParaRPr b="0" lang="fr-FR" sz="3200" spc="-1" strike="noStrike">
              <a:latin typeface="Arial"/>
            </a:endParaRP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94"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95" name="PlaceHolder 2"/>
          <p:cNvSpPr>
            <a:spLocks noGrp="1"/>
          </p:cNvSpPr>
          <p:nvPr>
            <p:ph type="body"/>
          </p:nvPr>
        </p:nvSpPr>
        <p:spPr>
          <a:xfrm>
            <a:off x="311760" y="146880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96" name="PlaceHolder 3"/>
          <p:cNvSpPr>
            <a:spLocks noGrp="1"/>
          </p:cNvSpPr>
          <p:nvPr>
            <p:ph type="body"/>
          </p:nvPr>
        </p:nvSpPr>
        <p:spPr>
          <a:xfrm>
            <a:off x="4677840" y="1468800"/>
            <a:ext cx="4157640" cy="3099600"/>
          </a:xfrm>
          <a:prstGeom prst="rect">
            <a:avLst/>
          </a:prstGeom>
        </p:spPr>
        <p:txBody>
          <a:bodyPr lIns="0" rIns="0" tIns="0" bIns="0">
            <a:normAutofit/>
          </a:bodyPr>
          <a:p>
            <a:endParaRPr b="0" lang="fr-FR" sz="1400" spc="-1" strike="noStrike">
              <a:solidFill>
                <a:srgbClr val="000000"/>
              </a:solidFill>
              <a:latin typeface="Arial"/>
            </a:endParaRPr>
          </a:p>
        </p:txBody>
      </p:sp>
      <p:sp>
        <p:nvSpPr>
          <p:cNvPr id="97" name="PlaceHolder 4"/>
          <p:cNvSpPr>
            <a:spLocks noGrp="1"/>
          </p:cNvSpPr>
          <p:nvPr>
            <p:ph type="body"/>
          </p:nvPr>
        </p:nvSpPr>
        <p:spPr>
          <a:xfrm>
            <a:off x="311760" y="308772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98"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99" name="PlaceHolder 2"/>
          <p:cNvSpPr>
            <a:spLocks noGrp="1"/>
          </p:cNvSpPr>
          <p:nvPr>
            <p:ph type="body"/>
          </p:nvPr>
        </p:nvSpPr>
        <p:spPr>
          <a:xfrm>
            <a:off x="311760" y="1468800"/>
            <a:ext cx="4157640" cy="3099600"/>
          </a:xfrm>
          <a:prstGeom prst="rect">
            <a:avLst/>
          </a:prstGeom>
        </p:spPr>
        <p:txBody>
          <a:bodyPr lIns="0" rIns="0" tIns="0" bIns="0">
            <a:normAutofit/>
          </a:bodyPr>
          <a:p>
            <a:endParaRPr b="0" lang="fr-FR" sz="1400" spc="-1" strike="noStrike">
              <a:solidFill>
                <a:srgbClr val="000000"/>
              </a:solidFill>
              <a:latin typeface="Arial"/>
            </a:endParaRPr>
          </a:p>
        </p:txBody>
      </p:sp>
      <p:sp>
        <p:nvSpPr>
          <p:cNvPr id="100" name="PlaceHolder 3"/>
          <p:cNvSpPr>
            <a:spLocks noGrp="1"/>
          </p:cNvSpPr>
          <p:nvPr>
            <p:ph type="body"/>
          </p:nvPr>
        </p:nvSpPr>
        <p:spPr>
          <a:xfrm>
            <a:off x="4677840" y="146880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101" name="PlaceHolder 4"/>
          <p:cNvSpPr>
            <a:spLocks noGrp="1"/>
          </p:cNvSpPr>
          <p:nvPr>
            <p:ph type="body"/>
          </p:nvPr>
        </p:nvSpPr>
        <p:spPr>
          <a:xfrm>
            <a:off x="4677840" y="308772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02"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103" name="PlaceHolder 2"/>
          <p:cNvSpPr>
            <a:spLocks noGrp="1"/>
          </p:cNvSpPr>
          <p:nvPr>
            <p:ph type="body"/>
          </p:nvPr>
        </p:nvSpPr>
        <p:spPr>
          <a:xfrm>
            <a:off x="311760" y="146880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104" name="PlaceHolder 3"/>
          <p:cNvSpPr>
            <a:spLocks noGrp="1"/>
          </p:cNvSpPr>
          <p:nvPr>
            <p:ph type="body"/>
          </p:nvPr>
        </p:nvSpPr>
        <p:spPr>
          <a:xfrm>
            <a:off x="4677840" y="146880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105" name="PlaceHolder 4"/>
          <p:cNvSpPr>
            <a:spLocks noGrp="1"/>
          </p:cNvSpPr>
          <p:nvPr>
            <p:ph type="body"/>
          </p:nvPr>
        </p:nvSpPr>
        <p:spPr>
          <a:xfrm>
            <a:off x="311760" y="3087720"/>
            <a:ext cx="8520120" cy="1478160"/>
          </a:xfrm>
          <a:prstGeom prst="rect">
            <a:avLst/>
          </a:prstGeom>
        </p:spPr>
        <p:txBody>
          <a:bodyPr lIns="0" rIns="0" tIns="0" bIns="0">
            <a:normAutofit/>
          </a:bodyPr>
          <a:p>
            <a:endParaRPr b="0" lang="fr-FR" sz="1400" spc="-1" strike="noStrike">
              <a:solidFill>
                <a:srgbClr val="000000"/>
              </a:solidFill>
              <a:latin typeface="Arial"/>
            </a:endParaRP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06"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107" name="PlaceHolder 2"/>
          <p:cNvSpPr>
            <a:spLocks noGrp="1"/>
          </p:cNvSpPr>
          <p:nvPr>
            <p:ph type="body"/>
          </p:nvPr>
        </p:nvSpPr>
        <p:spPr>
          <a:xfrm>
            <a:off x="311760" y="1468800"/>
            <a:ext cx="852012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108" name="PlaceHolder 3"/>
          <p:cNvSpPr>
            <a:spLocks noGrp="1"/>
          </p:cNvSpPr>
          <p:nvPr>
            <p:ph type="body"/>
          </p:nvPr>
        </p:nvSpPr>
        <p:spPr>
          <a:xfrm>
            <a:off x="311760" y="3087720"/>
            <a:ext cx="8520120" cy="1478160"/>
          </a:xfrm>
          <a:prstGeom prst="rect">
            <a:avLst/>
          </a:prstGeom>
        </p:spPr>
        <p:txBody>
          <a:bodyPr lIns="0" rIns="0" tIns="0" bIns="0">
            <a:normAutofit/>
          </a:bodyPr>
          <a:p>
            <a:endParaRPr b="0" lang="fr-FR" sz="1400" spc="-1" strike="noStrike">
              <a:solidFill>
                <a:srgbClr val="000000"/>
              </a:solidFill>
              <a:latin typeface="Arial"/>
            </a:endParaRP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09"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110" name="PlaceHolder 2"/>
          <p:cNvSpPr>
            <a:spLocks noGrp="1"/>
          </p:cNvSpPr>
          <p:nvPr>
            <p:ph type="body"/>
          </p:nvPr>
        </p:nvSpPr>
        <p:spPr>
          <a:xfrm>
            <a:off x="311760" y="146880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111" name="PlaceHolder 3"/>
          <p:cNvSpPr>
            <a:spLocks noGrp="1"/>
          </p:cNvSpPr>
          <p:nvPr>
            <p:ph type="body"/>
          </p:nvPr>
        </p:nvSpPr>
        <p:spPr>
          <a:xfrm>
            <a:off x="4677840" y="146880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112" name="PlaceHolder 4"/>
          <p:cNvSpPr>
            <a:spLocks noGrp="1"/>
          </p:cNvSpPr>
          <p:nvPr>
            <p:ph type="body"/>
          </p:nvPr>
        </p:nvSpPr>
        <p:spPr>
          <a:xfrm>
            <a:off x="311760" y="308772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113" name="PlaceHolder 5"/>
          <p:cNvSpPr>
            <a:spLocks noGrp="1"/>
          </p:cNvSpPr>
          <p:nvPr>
            <p:ph type="body"/>
          </p:nvPr>
        </p:nvSpPr>
        <p:spPr>
          <a:xfrm>
            <a:off x="4677840" y="3087720"/>
            <a:ext cx="4157640" cy="1478160"/>
          </a:xfrm>
          <a:prstGeom prst="rect">
            <a:avLst/>
          </a:prstGeom>
        </p:spPr>
        <p:txBody>
          <a:bodyPr lIns="0" rIns="0" tIns="0" bIns="0">
            <a:normAutofit/>
          </a:bodyPr>
          <a:p>
            <a:endParaRPr b="0" lang="fr-FR" sz="1400" spc="-1" strike="noStrike">
              <a:solidFill>
                <a:srgbClr val="000000"/>
              </a:solidFill>
              <a:latin typeface="Arial"/>
            </a:endParaRP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14" name="PlaceHolder 1"/>
          <p:cNvSpPr>
            <a:spLocks noGrp="1"/>
          </p:cNvSpPr>
          <p:nvPr>
            <p:ph type="title"/>
          </p:nvPr>
        </p:nvSpPr>
        <p:spPr>
          <a:xfrm>
            <a:off x="311760" y="372600"/>
            <a:ext cx="8520120" cy="733320"/>
          </a:xfrm>
          <a:prstGeom prst="rect">
            <a:avLst/>
          </a:prstGeom>
        </p:spPr>
        <p:txBody>
          <a:bodyPr lIns="0" rIns="0" tIns="0" bIns="0" anchor="ctr">
            <a:noAutofit/>
          </a:bodyPr>
          <a:p>
            <a:endParaRPr b="0" lang="fr-FR" sz="1400" spc="-1" strike="noStrike">
              <a:solidFill>
                <a:srgbClr val="000000"/>
              </a:solidFill>
              <a:latin typeface="Arial"/>
            </a:endParaRPr>
          </a:p>
        </p:txBody>
      </p:sp>
      <p:sp>
        <p:nvSpPr>
          <p:cNvPr id="115" name="PlaceHolder 2"/>
          <p:cNvSpPr>
            <a:spLocks noGrp="1"/>
          </p:cNvSpPr>
          <p:nvPr>
            <p:ph type="body"/>
          </p:nvPr>
        </p:nvSpPr>
        <p:spPr>
          <a:xfrm>
            <a:off x="311760" y="1468800"/>
            <a:ext cx="274320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116" name="PlaceHolder 3"/>
          <p:cNvSpPr>
            <a:spLocks noGrp="1"/>
          </p:cNvSpPr>
          <p:nvPr>
            <p:ph type="body"/>
          </p:nvPr>
        </p:nvSpPr>
        <p:spPr>
          <a:xfrm>
            <a:off x="3192480" y="1468800"/>
            <a:ext cx="274320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117" name="PlaceHolder 4"/>
          <p:cNvSpPr>
            <a:spLocks noGrp="1"/>
          </p:cNvSpPr>
          <p:nvPr>
            <p:ph type="body"/>
          </p:nvPr>
        </p:nvSpPr>
        <p:spPr>
          <a:xfrm>
            <a:off x="6073200" y="1468800"/>
            <a:ext cx="274320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118" name="PlaceHolder 5"/>
          <p:cNvSpPr>
            <a:spLocks noGrp="1"/>
          </p:cNvSpPr>
          <p:nvPr>
            <p:ph type="body"/>
          </p:nvPr>
        </p:nvSpPr>
        <p:spPr>
          <a:xfrm>
            <a:off x="311760" y="3087720"/>
            <a:ext cx="274320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119" name="PlaceHolder 6"/>
          <p:cNvSpPr>
            <a:spLocks noGrp="1"/>
          </p:cNvSpPr>
          <p:nvPr>
            <p:ph type="body"/>
          </p:nvPr>
        </p:nvSpPr>
        <p:spPr>
          <a:xfrm>
            <a:off x="3192480" y="3087720"/>
            <a:ext cx="2743200" cy="1478160"/>
          </a:xfrm>
          <a:prstGeom prst="rect">
            <a:avLst/>
          </a:prstGeom>
        </p:spPr>
        <p:txBody>
          <a:bodyPr lIns="0" rIns="0" tIns="0" bIns="0">
            <a:normAutofit/>
          </a:bodyPr>
          <a:p>
            <a:endParaRPr b="0" lang="fr-FR" sz="1400" spc="-1" strike="noStrike">
              <a:solidFill>
                <a:srgbClr val="000000"/>
              </a:solidFill>
              <a:latin typeface="Arial"/>
            </a:endParaRPr>
          </a:p>
        </p:txBody>
      </p:sp>
      <p:sp>
        <p:nvSpPr>
          <p:cNvPr id="120" name="PlaceHolder 7"/>
          <p:cNvSpPr>
            <a:spLocks noGrp="1"/>
          </p:cNvSpPr>
          <p:nvPr>
            <p:ph type="body"/>
          </p:nvPr>
        </p:nvSpPr>
        <p:spPr>
          <a:xfrm>
            <a:off x="6073200" y="3087720"/>
            <a:ext cx="2743200" cy="1478160"/>
          </a:xfrm>
          <a:prstGeom prst="rect">
            <a:avLst/>
          </a:prstGeom>
        </p:spPr>
        <p:txBody>
          <a:bodyPr lIns="0" rIns="0" tIns="0" bIns="0">
            <a:normAutofit/>
          </a:bodyPr>
          <a:p>
            <a:endParaRPr b="0" lang="fr-FR" sz="1400" spc="-1" strike="noStrike">
              <a:solidFill>
                <a:srgbClr val="000000"/>
              </a:solidFill>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CustomShape 1"/>
          <p:cNvSpPr/>
          <p:nvPr/>
        </p:nvSpPr>
        <p:spPr>
          <a:xfrm rot="10800000">
            <a:off x="4226400" y="2934000"/>
            <a:ext cx="691560" cy="388080"/>
          </a:xfrm>
          <a:prstGeom prst="triangle">
            <a:avLst>
              <a:gd name="adj" fmla="val 50000"/>
            </a:avLst>
          </a:prstGeom>
          <a:solidFill>
            <a:schemeClr val="dk1"/>
          </a:solidFill>
          <a:ln>
            <a:noFill/>
          </a:ln>
        </p:spPr>
        <p:style>
          <a:lnRef idx="0"/>
          <a:fillRef idx="0"/>
          <a:effectRef idx="0"/>
          <a:fontRef idx="minor"/>
        </p:style>
      </p:sp>
      <p:sp>
        <p:nvSpPr>
          <p:cNvPr id="1" name="CustomShape 2"/>
          <p:cNvSpPr/>
          <p:nvPr/>
        </p:nvSpPr>
        <p:spPr>
          <a:xfrm>
            <a:off x="0" y="0"/>
            <a:ext cx="9143640" cy="3123720"/>
          </a:xfrm>
          <a:prstGeom prst="rect">
            <a:avLst/>
          </a:prstGeom>
          <a:solidFill>
            <a:schemeClr val="dk1"/>
          </a:solidFill>
          <a:ln>
            <a:noFill/>
          </a:ln>
        </p:spPr>
        <p:style>
          <a:lnRef idx="0"/>
          <a:fillRef idx="0"/>
          <a:effectRef idx="0"/>
          <a:fontRef idx="minor"/>
        </p:style>
      </p:sp>
      <p:sp>
        <p:nvSpPr>
          <p:cNvPr id="2" name="PlaceHolder 3"/>
          <p:cNvSpPr>
            <a:spLocks noGrp="1"/>
          </p:cNvSpPr>
          <p:nvPr>
            <p:ph type="title"/>
          </p:nvPr>
        </p:nvSpPr>
        <p:spPr>
          <a:xfrm>
            <a:off x="411120" y="644400"/>
            <a:ext cx="8282160" cy="2108520"/>
          </a:xfrm>
          <a:prstGeom prst="rect">
            <a:avLst/>
          </a:prstGeom>
        </p:spPr>
        <p:txBody>
          <a:bodyPr tIns="91440" bIns="91440" anchor="b">
            <a:noAutofit/>
          </a:bodyPr>
          <a:p>
            <a:pPr algn="ctr"/>
            <a:r>
              <a:rPr b="0" lang="fr-FR" sz="6000" spc="-1" strike="noStrike">
                <a:solidFill>
                  <a:srgbClr val="000000"/>
                </a:solidFill>
                <a:latin typeface="Arial"/>
              </a:rPr>
              <a:t>Cliquez pour éditer le format du texte-titre</a:t>
            </a:r>
            <a:endParaRPr b="0" lang="fr-FR" sz="6000" spc="-1" strike="noStrike">
              <a:solidFill>
                <a:srgbClr val="000000"/>
              </a:solidFill>
              <a:latin typeface="Arial"/>
            </a:endParaRPr>
          </a:p>
        </p:txBody>
      </p:sp>
      <p:sp>
        <p:nvSpPr>
          <p:cNvPr id="3" name="PlaceHolder 4"/>
          <p:cNvSpPr>
            <a:spLocks noGrp="1"/>
          </p:cNvSpPr>
          <p:nvPr>
            <p:ph type="sldNum"/>
          </p:nvPr>
        </p:nvSpPr>
        <p:spPr>
          <a:xfrm>
            <a:off x="8472600" y="4663080"/>
            <a:ext cx="548280" cy="393120"/>
          </a:xfrm>
          <a:prstGeom prst="rect">
            <a:avLst/>
          </a:prstGeom>
        </p:spPr>
        <p:txBody>
          <a:bodyPr tIns="91440" bIns="91440" anchor="ctr">
            <a:noAutofit/>
          </a:bodyPr>
          <a:p>
            <a:pPr algn="r">
              <a:lnSpc>
                <a:spcPct val="100000"/>
              </a:lnSpc>
            </a:pPr>
            <a:fld id="{02EBC913-8497-4741-8F0B-B0886130509B}" type="slidenum">
              <a:rPr b="0" lang="fr-FR" sz="1000" spc="-1" strike="noStrike">
                <a:solidFill>
                  <a:srgbClr val="424242"/>
                </a:solidFill>
                <a:latin typeface="Source Code Pro"/>
                <a:ea typeface="Source Code Pro"/>
              </a:rPr>
              <a:t>1</a:t>
            </a:fld>
            <a:endParaRPr b="0" lang="fr-FR" sz="1000" spc="-1" strike="noStrike">
              <a:latin typeface="Times New Roman"/>
            </a:endParaRPr>
          </a:p>
        </p:txBody>
      </p:sp>
      <p:sp>
        <p:nvSpPr>
          <p:cNvPr id="4" name="PlaceHolder 5"/>
          <p:cNvSpPr>
            <a:spLocks noGrp="1"/>
          </p:cNvSpPr>
          <p:nvPr>
            <p:ph type="body"/>
          </p:nvPr>
        </p:nvSpPr>
        <p:spPr>
          <a:xfrm>
            <a:off x="457200" y="1203480"/>
            <a:ext cx="8229240" cy="298296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fr-FR" sz="1400" spc="-1" strike="noStrike">
                <a:solidFill>
                  <a:srgbClr val="000000"/>
                </a:solidFill>
                <a:latin typeface="Arial"/>
              </a:rPr>
              <a:t>Cliquez pour éditer le format du plan de texte</a:t>
            </a:r>
            <a:endParaRPr b="0" lang="fr-FR" sz="14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fr-FR" sz="1400" spc="-1" strike="noStrike">
                <a:solidFill>
                  <a:srgbClr val="000000"/>
                </a:solidFill>
                <a:latin typeface="Arial"/>
              </a:rPr>
              <a:t>Second niveau de plan</a:t>
            </a:r>
            <a:endParaRPr b="0" lang="fr-FR" sz="14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fr-FR" sz="1400" spc="-1" strike="noStrike">
                <a:solidFill>
                  <a:srgbClr val="000000"/>
                </a:solidFill>
                <a:latin typeface="Arial"/>
              </a:rPr>
              <a:t>Troisième niveau de plan</a:t>
            </a:r>
            <a:endParaRPr b="0" lang="fr-FR" sz="1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fr-FR" sz="1400" spc="-1" strike="noStrike">
                <a:solidFill>
                  <a:srgbClr val="000000"/>
                </a:solidFill>
                <a:latin typeface="Arial"/>
              </a:rPr>
              <a:t>Quatrième niveau de plan</a:t>
            </a:r>
            <a:endParaRPr b="0" lang="fr-FR" sz="14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fr-FR" sz="2000" spc="-1" strike="noStrike">
                <a:solidFill>
                  <a:srgbClr val="000000"/>
                </a:solidFill>
                <a:latin typeface="Arial"/>
              </a:rPr>
              <a:t>Cinquième niveau de plan</a:t>
            </a:r>
            <a:endParaRPr b="0" lang="fr-F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fr-FR" sz="2000" spc="-1" strike="noStrike">
                <a:solidFill>
                  <a:srgbClr val="000000"/>
                </a:solidFill>
                <a:latin typeface="Arial"/>
              </a:rPr>
              <a:t>Sixième niveau de plan</a:t>
            </a:r>
            <a:endParaRPr b="0" lang="fr-F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fr-FR" sz="2000" spc="-1" strike="noStrike">
                <a:solidFill>
                  <a:srgbClr val="000000"/>
                </a:solidFill>
                <a:latin typeface="Arial"/>
              </a:rPr>
              <a:t>Septième niveau de plan</a:t>
            </a:r>
            <a:endParaRPr b="0" lang="fr-F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 name="CustomShape 1"/>
          <p:cNvSpPr/>
          <p:nvPr/>
        </p:nvSpPr>
        <p:spPr>
          <a:xfrm>
            <a:off x="0" y="1567440"/>
            <a:ext cx="9143640" cy="2008440"/>
          </a:xfrm>
          <a:prstGeom prst="rect">
            <a:avLst/>
          </a:prstGeom>
          <a:solidFill>
            <a:schemeClr val="dk1"/>
          </a:solidFill>
          <a:ln>
            <a:noFill/>
          </a:ln>
        </p:spPr>
        <p:style>
          <a:lnRef idx="0"/>
          <a:fillRef idx="0"/>
          <a:effectRef idx="0"/>
          <a:fontRef idx="minor"/>
        </p:style>
      </p:sp>
      <p:sp>
        <p:nvSpPr>
          <p:cNvPr id="42" name="PlaceHolder 2"/>
          <p:cNvSpPr>
            <a:spLocks noGrp="1"/>
          </p:cNvSpPr>
          <p:nvPr>
            <p:ph type="title"/>
          </p:nvPr>
        </p:nvSpPr>
        <p:spPr>
          <a:xfrm>
            <a:off x="430920" y="1889640"/>
            <a:ext cx="8282160" cy="1516320"/>
          </a:xfrm>
          <a:prstGeom prst="rect">
            <a:avLst/>
          </a:prstGeom>
        </p:spPr>
        <p:txBody>
          <a:bodyPr tIns="91440" bIns="91440" anchor="ctr">
            <a:noAutofit/>
          </a:bodyPr>
          <a:p>
            <a:pPr algn="ctr"/>
            <a:r>
              <a:rPr b="0" lang="fr-FR" sz="3600" spc="-1" strike="noStrike">
                <a:solidFill>
                  <a:srgbClr val="000000"/>
                </a:solidFill>
                <a:latin typeface="Arial"/>
              </a:rPr>
              <a:t>Cliquez pour éditer le format du texte-titre</a:t>
            </a:r>
            <a:endParaRPr b="0" lang="fr-FR" sz="3600" spc="-1" strike="noStrike">
              <a:solidFill>
                <a:srgbClr val="000000"/>
              </a:solidFill>
              <a:latin typeface="Arial"/>
            </a:endParaRPr>
          </a:p>
        </p:txBody>
      </p:sp>
      <p:sp>
        <p:nvSpPr>
          <p:cNvPr id="43" name="PlaceHolder 3"/>
          <p:cNvSpPr>
            <a:spLocks noGrp="1"/>
          </p:cNvSpPr>
          <p:nvPr>
            <p:ph type="sldNum"/>
          </p:nvPr>
        </p:nvSpPr>
        <p:spPr>
          <a:xfrm>
            <a:off x="8472600" y="4663080"/>
            <a:ext cx="548280" cy="393120"/>
          </a:xfrm>
          <a:prstGeom prst="rect">
            <a:avLst/>
          </a:prstGeom>
        </p:spPr>
        <p:txBody>
          <a:bodyPr tIns="91440" bIns="91440" anchor="ctr">
            <a:noAutofit/>
          </a:bodyPr>
          <a:p>
            <a:pPr algn="r">
              <a:lnSpc>
                <a:spcPct val="100000"/>
              </a:lnSpc>
            </a:pPr>
            <a:fld id="{0379FBA2-FEF0-4B70-9BD2-74AE5BBD1A19}" type="slidenum">
              <a:rPr b="0" lang="fr-FR" sz="1000" spc="-1" strike="noStrike">
                <a:solidFill>
                  <a:srgbClr val="424242"/>
                </a:solidFill>
                <a:latin typeface="Source Code Pro"/>
                <a:ea typeface="Source Code Pro"/>
              </a:rPr>
              <a:t>&lt;numéro&gt;</a:t>
            </a:fld>
            <a:endParaRPr b="0" lang="fr-FR" sz="1000" spc="-1" strike="noStrike">
              <a:latin typeface="Times New Roman"/>
            </a:endParaRPr>
          </a:p>
        </p:txBody>
      </p:sp>
      <p:sp>
        <p:nvSpPr>
          <p:cNvPr id="44" name="PlaceHolder 4"/>
          <p:cNvSpPr>
            <a:spLocks noGrp="1"/>
          </p:cNvSpPr>
          <p:nvPr>
            <p:ph type="body"/>
          </p:nvPr>
        </p:nvSpPr>
        <p:spPr>
          <a:xfrm>
            <a:off x="457200" y="1203480"/>
            <a:ext cx="8229240" cy="298296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fr-FR" sz="1400" spc="-1" strike="noStrike">
                <a:solidFill>
                  <a:srgbClr val="000000"/>
                </a:solidFill>
                <a:latin typeface="Arial"/>
              </a:rPr>
              <a:t>Cliquez pour éditer le format du plan de texte</a:t>
            </a:r>
            <a:endParaRPr b="0" lang="fr-FR" sz="14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fr-FR" sz="1400" spc="-1" strike="noStrike">
                <a:solidFill>
                  <a:srgbClr val="000000"/>
                </a:solidFill>
                <a:latin typeface="Arial"/>
              </a:rPr>
              <a:t>Second niveau de plan</a:t>
            </a:r>
            <a:endParaRPr b="0" lang="fr-FR" sz="14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fr-FR" sz="1400" spc="-1" strike="noStrike">
                <a:solidFill>
                  <a:srgbClr val="000000"/>
                </a:solidFill>
                <a:latin typeface="Arial"/>
              </a:rPr>
              <a:t>Troisième niveau de plan</a:t>
            </a:r>
            <a:endParaRPr b="0" lang="fr-FR" sz="1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fr-FR" sz="1400" spc="-1" strike="noStrike">
                <a:solidFill>
                  <a:srgbClr val="000000"/>
                </a:solidFill>
                <a:latin typeface="Arial"/>
              </a:rPr>
              <a:t>Quatrième niveau de plan</a:t>
            </a:r>
            <a:endParaRPr b="0" lang="fr-FR" sz="14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fr-FR" sz="2000" spc="-1" strike="noStrike">
                <a:solidFill>
                  <a:srgbClr val="000000"/>
                </a:solidFill>
                <a:latin typeface="Arial"/>
              </a:rPr>
              <a:t>Cinquième niveau de plan</a:t>
            </a:r>
            <a:endParaRPr b="0" lang="fr-F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fr-FR" sz="2000" spc="-1" strike="noStrike">
                <a:solidFill>
                  <a:srgbClr val="000000"/>
                </a:solidFill>
                <a:latin typeface="Arial"/>
              </a:rPr>
              <a:t>Sixième niveau de plan</a:t>
            </a:r>
            <a:endParaRPr b="0" lang="fr-F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fr-FR" sz="2000" spc="-1" strike="noStrike">
                <a:solidFill>
                  <a:srgbClr val="000000"/>
                </a:solidFill>
                <a:latin typeface="Arial"/>
              </a:rPr>
              <a:t>Septième niveau de plan</a:t>
            </a:r>
            <a:endParaRPr b="0" lang="fr-F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1" name="CustomShape 1"/>
          <p:cNvSpPr/>
          <p:nvPr/>
        </p:nvSpPr>
        <p:spPr>
          <a:xfrm>
            <a:off x="429120" y="1275480"/>
            <a:ext cx="613800" cy="360"/>
          </a:xfrm>
          <a:custGeom>
            <a:avLst/>
            <a:gdLst/>
            <a:ahLst/>
            <a:rect l="l" t="t" r="r" b="b"/>
            <a:pathLst>
              <a:path w="21600" h="21600">
                <a:moveTo>
                  <a:pt x="0" y="0"/>
                </a:moveTo>
                <a:lnTo>
                  <a:pt x="21600" y="21600"/>
                </a:lnTo>
              </a:path>
            </a:pathLst>
          </a:custGeom>
          <a:noFill/>
          <a:ln w="19080">
            <a:solidFill>
              <a:schemeClr val="dk2"/>
            </a:solidFill>
            <a:prstDash val="lgDash"/>
            <a:round/>
          </a:ln>
        </p:spPr>
        <p:style>
          <a:lnRef idx="0"/>
          <a:fillRef idx="0"/>
          <a:effectRef idx="0"/>
          <a:fontRef idx="minor"/>
        </p:style>
      </p:sp>
      <p:sp>
        <p:nvSpPr>
          <p:cNvPr id="82" name="PlaceHolder 2"/>
          <p:cNvSpPr>
            <a:spLocks noGrp="1"/>
          </p:cNvSpPr>
          <p:nvPr>
            <p:ph type="title"/>
          </p:nvPr>
        </p:nvSpPr>
        <p:spPr>
          <a:xfrm>
            <a:off x="311760" y="372600"/>
            <a:ext cx="8520120" cy="733320"/>
          </a:xfrm>
          <a:prstGeom prst="rect">
            <a:avLst/>
          </a:prstGeom>
        </p:spPr>
        <p:txBody>
          <a:bodyPr tIns="91440" bIns="91440" anchor="b">
            <a:noAutofit/>
          </a:bodyPr>
          <a:p>
            <a:pPr algn="ctr"/>
            <a:r>
              <a:rPr b="0" lang="fr-FR" sz="3000" spc="-1" strike="noStrike">
                <a:solidFill>
                  <a:srgbClr val="000000"/>
                </a:solidFill>
                <a:latin typeface="Arial"/>
              </a:rPr>
              <a:t>Cliquez pour éditer le format du texte-titre</a:t>
            </a:r>
            <a:endParaRPr b="0" lang="fr-FR" sz="3000" spc="-1" strike="noStrike">
              <a:solidFill>
                <a:srgbClr val="000000"/>
              </a:solidFill>
              <a:latin typeface="Arial"/>
            </a:endParaRPr>
          </a:p>
        </p:txBody>
      </p:sp>
      <p:sp>
        <p:nvSpPr>
          <p:cNvPr id="83" name="PlaceHolder 3"/>
          <p:cNvSpPr>
            <a:spLocks noGrp="1"/>
          </p:cNvSpPr>
          <p:nvPr>
            <p:ph type="body"/>
          </p:nvPr>
        </p:nvSpPr>
        <p:spPr>
          <a:xfrm>
            <a:off x="311760" y="1468800"/>
            <a:ext cx="8520120" cy="3099600"/>
          </a:xfrm>
          <a:prstGeom prst="rect">
            <a:avLst/>
          </a:prstGeom>
        </p:spPr>
        <p:txBody>
          <a:bodyPr tIns="91440" bIns="91440">
            <a:noAutofit/>
          </a:bodyPr>
          <a:p>
            <a:pPr marL="432000" indent="-324000" algn="ctr">
              <a:spcBef>
                <a:spcPts val="1417"/>
              </a:spcBef>
              <a:buClr>
                <a:srgbClr val="000000"/>
              </a:buClr>
              <a:buSzPct val="45000"/>
              <a:buFont typeface="Wingdings" charset="2"/>
              <a:buChar char=""/>
            </a:pPr>
            <a:r>
              <a:rPr b="0" lang="fr-FR" sz="1800" spc="-1" strike="noStrike">
                <a:solidFill>
                  <a:srgbClr val="000000"/>
                </a:solidFill>
                <a:latin typeface="Arial"/>
              </a:rPr>
              <a:t>Cliquez pour éditer le format du plan de texte</a:t>
            </a:r>
            <a:endParaRPr b="0" lang="fr-FR" sz="1800" spc="-1" strike="noStrike">
              <a:solidFill>
                <a:srgbClr val="000000"/>
              </a:solidFill>
              <a:latin typeface="Arial"/>
            </a:endParaRPr>
          </a:p>
          <a:p>
            <a:pPr lvl="1" marL="864000" indent="-324000" algn="ctr">
              <a:spcBef>
                <a:spcPts val="1134"/>
              </a:spcBef>
              <a:buClr>
                <a:srgbClr val="000000"/>
              </a:buClr>
              <a:buSzPct val="75000"/>
              <a:buFont typeface="Symbol" charset="2"/>
              <a:buChar char=""/>
            </a:pPr>
            <a:r>
              <a:rPr b="0" lang="fr-FR" sz="1800" spc="-1" strike="noStrike">
                <a:solidFill>
                  <a:srgbClr val="000000"/>
                </a:solidFill>
                <a:latin typeface="Arial"/>
              </a:rPr>
              <a:t>Second niveau de plan</a:t>
            </a:r>
            <a:endParaRPr b="0" lang="fr-FR" sz="1800" spc="-1" strike="noStrike">
              <a:solidFill>
                <a:srgbClr val="000000"/>
              </a:solidFill>
              <a:latin typeface="Arial"/>
            </a:endParaRPr>
          </a:p>
          <a:p>
            <a:pPr lvl="2" marL="1296000" indent="-288000" algn="ctr">
              <a:spcBef>
                <a:spcPts val="850"/>
              </a:spcBef>
              <a:buClr>
                <a:srgbClr val="000000"/>
              </a:buClr>
              <a:buSzPct val="45000"/>
              <a:buFont typeface="Wingdings" charset="2"/>
              <a:buChar char=""/>
            </a:pPr>
            <a:r>
              <a:rPr b="0" lang="fr-FR" sz="1800" spc="-1" strike="noStrike">
                <a:solidFill>
                  <a:srgbClr val="000000"/>
                </a:solidFill>
                <a:latin typeface="Arial"/>
              </a:rPr>
              <a:t>Troisième niveau de plan</a:t>
            </a:r>
            <a:endParaRPr b="0" lang="fr-FR" sz="1800" spc="-1" strike="noStrike">
              <a:solidFill>
                <a:srgbClr val="000000"/>
              </a:solidFill>
              <a:latin typeface="Arial"/>
            </a:endParaRPr>
          </a:p>
          <a:p>
            <a:pPr lvl="3" marL="1728000" indent="-216000" algn="ctr">
              <a:spcBef>
                <a:spcPts val="567"/>
              </a:spcBef>
              <a:buClr>
                <a:srgbClr val="000000"/>
              </a:buClr>
              <a:buSzPct val="75000"/>
              <a:buFont typeface="Symbol" charset="2"/>
              <a:buChar char=""/>
            </a:pPr>
            <a:r>
              <a:rPr b="0" lang="fr-FR" sz="1800" spc="-1" strike="noStrike">
                <a:solidFill>
                  <a:srgbClr val="000000"/>
                </a:solidFill>
                <a:latin typeface="Arial"/>
              </a:rPr>
              <a:t>Quatrième niveau de plan</a:t>
            </a:r>
            <a:endParaRPr b="0" lang="fr-FR" sz="1800" spc="-1" strike="noStrike">
              <a:solidFill>
                <a:srgbClr val="000000"/>
              </a:solidFill>
              <a:latin typeface="Arial"/>
            </a:endParaRPr>
          </a:p>
          <a:p>
            <a:pPr lvl="4" marL="2160000" indent="-216000" algn="ctr">
              <a:spcBef>
                <a:spcPts val="283"/>
              </a:spcBef>
              <a:buClr>
                <a:srgbClr val="000000"/>
              </a:buClr>
              <a:buSzPct val="45000"/>
              <a:buFont typeface="Wingdings" charset="2"/>
              <a:buChar char=""/>
            </a:pPr>
            <a:r>
              <a:rPr b="0" lang="fr-FR" sz="1800" spc="-1" strike="noStrike">
                <a:solidFill>
                  <a:srgbClr val="000000"/>
                </a:solidFill>
                <a:latin typeface="Arial"/>
              </a:rPr>
              <a:t>Cinquième niveau de plan</a:t>
            </a:r>
            <a:endParaRPr b="0" lang="fr-FR" sz="1800" spc="-1" strike="noStrike">
              <a:solidFill>
                <a:srgbClr val="000000"/>
              </a:solidFill>
              <a:latin typeface="Arial"/>
            </a:endParaRPr>
          </a:p>
          <a:p>
            <a:pPr lvl="5" marL="2592000" indent="-216000" algn="ctr">
              <a:spcBef>
                <a:spcPts val="283"/>
              </a:spcBef>
              <a:buClr>
                <a:srgbClr val="000000"/>
              </a:buClr>
              <a:buSzPct val="45000"/>
              <a:buFont typeface="Wingdings" charset="2"/>
              <a:buChar char=""/>
            </a:pPr>
            <a:r>
              <a:rPr b="0" lang="fr-FR" sz="1800" spc="-1" strike="noStrike">
                <a:solidFill>
                  <a:srgbClr val="000000"/>
                </a:solidFill>
                <a:latin typeface="Arial"/>
              </a:rPr>
              <a:t>Sixième niveau de plan</a:t>
            </a:r>
            <a:endParaRPr b="0" lang="fr-FR" sz="1800" spc="-1" strike="noStrike">
              <a:solidFill>
                <a:srgbClr val="000000"/>
              </a:solidFill>
              <a:latin typeface="Arial"/>
            </a:endParaRPr>
          </a:p>
          <a:p>
            <a:pPr lvl="6" marL="3024000" indent="-216000" algn="ctr">
              <a:spcBef>
                <a:spcPts val="283"/>
              </a:spcBef>
              <a:buClr>
                <a:srgbClr val="000000"/>
              </a:buClr>
              <a:buSzPct val="45000"/>
              <a:buFont typeface="Wingdings" charset="2"/>
              <a:buChar char=""/>
            </a:pPr>
            <a:r>
              <a:rPr b="0" lang="fr-FR" sz="1800" spc="-1" strike="noStrike">
                <a:solidFill>
                  <a:srgbClr val="000000"/>
                </a:solidFill>
                <a:latin typeface="Arial"/>
              </a:rPr>
              <a:t>Septième niveau de plan</a:t>
            </a:r>
            <a:endParaRPr b="0" lang="fr-FR" sz="1800" spc="-1" strike="noStrike">
              <a:solidFill>
                <a:srgbClr val="000000"/>
              </a:solidFill>
              <a:latin typeface="Arial"/>
            </a:endParaRPr>
          </a:p>
        </p:txBody>
      </p:sp>
      <p:sp>
        <p:nvSpPr>
          <p:cNvPr id="84" name="PlaceHolder 4"/>
          <p:cNvSpPr>
            <a:spLocks noGrp="1"/>
          </p:cNvSpPr>
          <p:nvPr>
            <p:ph type="sldNum"/>
          </p:nvPr>
        </p:nvSpPr>
        <p:spPr>
          <a:xfrm>
            <a:off x="8472600" y="4663080"/>
            <a:ext cx="548280" cy="393120"/>
          </a:xfrm>
          <a:prstGeom prst="rect">
            <a:avLst/>
          </a:prstGeom>
        </p:spPr>
        <p:txBody>
          <a:bodyPr tIns="91440" bIns="91440" anchor="ctr">
            <a:noAutofit/>
          </a:bodyPr>
          <a:p>
            <a:pPr algn="r">
              <a:lnSpc>
                <a:spcPct val="100000"/>
              </a:lnSpc>
            </a:pPr>
            <a:fld id="{AC39B6C0-CAFD-47AE-92A2-F726DD26566C}" type="slidenum">
              <a:rPr b="0" lang="fr-FR" sz="1000" spc="-1" strike="noStrike">
                <a:solidFill>
                  <a:srgbClr val="424242"/>
                </a:solidFill>
                <a:latin typeface="Source Code Pro"/>
                <a:ea typeface="Source Code Pro"/>
              </a:rPr>
              <a:t>&lt;numéro&gt;</a:t>
            </a:fld>
            <a:endParaRPr b="0" lang="fr-FR" sz="1000" spc="-1" strike="noStrike">
              <a:latin typeface="Times New Roman"/>
            </a:endParaRPr>
          </a:p>
        </p:txBody>
      </p:sp>
    </p:spTree>
  </p:cSld>
  <p:clrMap bg1="lt1" bg2="lt2" tx1="dk1" tx2="dk2" accent1="accent1" accent2="accent2" accent3="accent3" accent4="accent4" accent5="accent5" accent6="accent6" hlink="hlink" folHlink="folHlink"/>
  <p:sldLayoutIdLst>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7.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27.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2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27.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2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 name="TextShape 1"/>
          <p:cNvSpPr txBox="1"/>
          <p:nvPr/>
        </p:nvSpPr>
        <p:spPr>
          <a:xfrm>
            <a:off x="411120" y="644400"/>
            <a:ext cx="8282160" cy="2108520"/>
          </a:xfrm>
          <a:prstGeom prst="rect">
            <a:avLst/>
          </a:prstGeom>
          <a:noFill/>
          <a:ln>
            <a:noFill/>
          </a:ln>
        </p:spPr>
        <p:txBody>
          <a:bodyPr tIns="91440" bIns="91440" anchor="b">
            <a:noAutofit/>
          </a:bodyPr>
          <a:p>
            <a:pPr algn="ctr">
              <a:lnSpc>
                <a:spcPct val="100000"/>
              </a:lnSpc>
            </a:pPr>
            <a:r>
              <a:rPr b="0" lang="fr-FR" sz="6000" spc="-1" strike="noStrike">
                <a:solidFill>
                  <a:srgbClr val="ffffff"/>
                </a:solidFill>
                <a:latin typeface="Oswald"/>
                <a:ea typeface="Oswald"/>
              </a:rPr>
              <a:t>Web fundamentals Chekpoint project</a:t>
            </a:r>
            <a:endParaRPr b="0" lang="fr-FR" sz="6000" spc="-1" strike="noStrike">
              <a:solidFill>
                <a:srgbClr val="000000"/>
              </a:solidFill>
              <a:latin typeface="Arial"/>
            </a:endParaRPr>
          </a:p>
        </p:txBody>
      </p:sp>
      <p:sp>
        <p:nvSpPr>
          <p:cNvPr id="128" name="TextShape 2"/>
          <p:cNvSpPr txBox="1"/>
          <p:nvPr/>
        </p:nvSpPr>
        <p:spPr>
          <a:xfrm>
            <a:off x="276120" y="3576960"/>
            <a:ext cx="8520120" cy="733320"/>
          </a:xfrm>
          <a:prstGeom prst="rect">
            <a:avLst/>
          </a:prstGeom>
          <a:noFill/>
          <a:ln>
            <a:noFill/>
          </a:ln>
        </p:spPr>
        <p:txBody>
          <a:bodyPr tIns="91440" bIns="91440" anchor="b">
            <a:noAutofit/>
          </a:bodyPr>
          <a:p>
            <a:pPr>
              <a:lnSpc>
                <a:spcPct val="100000"/>
              </a:lnSpc>
            </a:pPr>
            <a:r>
              <a:rPr b="1" lang="fr-FR" sz="3000" spc="-1" strike="noStrike">
                <a:solidFill>
                  <a:srgbClr val="424242"/>
                </a:solidFill>
                <a:latin typeface="Oswald"/>
                <a:ea typeface="Oswald"/>
              </a:rPr>
              <a:t>Roua CHAYEB</a:t>
            </a:r>
            <a:endParaRPr b="0" lang="fr-FR" sz="3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 name="TextShape 1"/>
          <p:cNvSpPr txBox="1"/>
          <p:nvPr/>
        </p:nvSpPr>
        <p:spPr>
          <a:xfrm>
            <a:off x="430920" y="1889640"/>
            <a:ext cx="8282160" cy="1516320"/>
          </a:xfrm>
          <a:prstGeom prst="rect">
            <a:avLst/>
          </a:prstGeom>
          <a:noFill/>
          <a:ln>
            <a:noFill/>
          </a:ln>
        </p:spPr>
        <p:txBody>
          <a:bodyPr tIns="91440" bIns="91440" anchor="ctr">
            <a:noAutofit/>
          </a:bodyPr>
          <a:p>
            <a:pPr>
              <a:lnSpc>
                <a:spcPct val="100000"/>
              </a:lnSpc>
            </a:pPr>
            <a:r>
              <a:rPr b="0" lang="fr-FR" sz="3600" spc="-1" strike="noStrike">
                <a:solidFill>
                  <a:srgbClr val="ffffff"/>
                </a:solidFill>
                <a:latin typeface="Oswald"/>
                <a:ea typeface="Oswald"/>
              </a:rPr>
              <a:t>How does the web works?</a:t>
            </a:r>
            <a:endParaRPr b="0" lang="fr-FR" sz="3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 name="TextShape 1"/>
          <p:cNvSpPr txBox="1"/>
          <p:nvPr/>
        </p:nvSpPr>
        <p:spPr>
          <a:xfrm>
            <a:off x="311760" y="372600"/>
            <a:ext cx="8520120" cy="733320"/>
          </a:xfrm>
          <a:prstGeom prst="rect">
            <a:avLst/>
          </a:prstGeom>
          <a:noFill/>
          <a:ln>
            <a:noFill/>
          </a:ln>
        </p:spPr>
        <p:txBody>
          <a:bodyPr tIns="91440" bIns="91440" anchor="b">
            <a:noAutofit/>
          </a:bodyPr>
          <a:p>
            <a:pPr>
              <a:lnSpc>
                <a:spcPct val="100000"/>
              </a:lnSpc>
            </a:pPr>
            <a:r>
              <a:rPr b="1" lang="fr-FR" sz="3000" spc="-1" strike="noStrike">
                <a:solidFill>
                  <a:srgbClr val="424242"/>
                </a:solidFill>
                <a:latin typeface="Oswald"/>
                <a:ea typeface="Oswald"/>
              </a:rPr>
              <a:t>Clients and servers</a:t>
            </a:r>
            <a:endParaRPr b="0" lang="fr-FR" sz="3000" spc="-1" strike="noStrike">
              <a:solidFill>
                <a:srgbClr val="000000"/>
              </a:solidFill>
              <a:latin typeface="Arial"/>
            </a:endParaRPr>
          </a:p>
        </p:txBody>
      </p:sp>
      <p:sp>
        <p:nvSpPr>
          <p:cNvPr id="131" name="TextShape 2"/>
          <p:cNvSpPr txBox="1"/>
          <p:nvPr/>
        </p:nvSpPr>
        <p:spPr>
          <a:xfrm>
            <a:off x="311760" y="1468800"/>
            <a:ext cx="8520120" cy="3099600"/>
          </a:xfrm>
          <a:prstGeom prst="rect">
            <a:avLst/>
          </a:prstGeom>
          <a:noFill/>
          <a:ln>
            <a:noFill/>
          </a:ln>
        </p:spPr>
        <p:txBody>
          <a:bodyPr tIns="91440" bIns="91440">
            <a:noAutofit/>
          </a:bodyPr>
          <a:p>
            <a:pPr>
              <a:lnSpc>
                <a:spcPct val="115000"/>
              </a:lnSpc>
            </a:pPr>
            <a:r>
              <a:rPr b="0" lang="fr-FR" sz="1200" spc="-1" strike="noStrike">
                <a:solidFill>
                  <a:srgbClr val="333333"/>
                </a:solidFill>
                <a:highlight>
                  <a:srgbClr val="ffffff"/>
                </a:highlight>
                <a:latin typeface="Arial"/>
                <a:ea typeface="Arial"/>
              </a:rPr>
              <a:t>Computers connected to the web are called </a:t>
            </a:r>
            <a:r>
              <a:rPr b="1" lang="fr-FR" sz="1200" spc="-1" strike="noStrike">
                <a:solidFill>
                  <a:srgbClr val="333333"/>
                </a:solidFill>
                <a:highlight>
                  <a:srgbClr val="ffffff"/>
                </a:highlight>
                <a:latin typeface="Arial"/>
                <a:ea typeface="Arial"/>
              </a:rPr>
              <a:t>clients </a:t>
            </a:r>
            <a:r>
              <a:rPr b="0" lang="fr-FR" sz="1200" spc="-1" strike="noStrike">
                <a:solidFill>
                  <a:srgbClr val="333333"/>
                </a:solidFill>
                <a:highlight>
                  <a:srgbClr val="ffffff"/>
                </a:highlight>
                <a:latin typeface="Arial"/>
                <a:ea typeface="Arial"/>
              </a:rPr>
              <a:t>and </a:t>
            </a:r>
            <a:r>
              <a:rPr b="1" lang="fr-FR" sz="1200" spc="-1" strike="noStrike">
                <a:solidFill>
                  <a:srgbClr val="333333"/>
                </a:solidFill>
                <a:highlight>
                  <a:srgbClr val="ffffff"/>
                </a:highlight>
                <a:latin typeface="Arial"/>
                <a:ea typeface="Arial"/>
              </a:rPr>
              <a:t>servers</a:t>
            </a:r>
            <a:r>
              <a:rPr b="0" lang="fr-FR" sz="1200" spc="-1" strike="noStrike">
                <a:solidFill>
                  <a:srgbClr val="333333"/>
                </a:solidFill>
                <a:highlight>
                  <a:srgbClr val="ffffff"/>
                </a:highlight>
                <a:latin typeface="Arial"/>
                <a:ea typeface="Arial"/>
              </a:rPr>
              <a:t>. A simplified diagram of how they interact might look like this:</a:t>
            </a:r>
            <a:endParaRPr b="0" lang="fr-FR" sz="1200" spc="-1" strike="noStrike">
              <a:solidFill>
                <a:srgbClr val="000000"/>
              </a:solidFill>
              <a:latin typeface="Arial"/>
            </a:endParaRPr>
          </a:p>
          <a:p>
            <a:pPr>
              <a:lnSpc>
                <a:spcPct val="115000"/>
              </a:lnSpc>
              <a:spcBef>
                <a:spcPts val="1599"/>
              </a:spcBef>
              <a:spcAft>
                <a:spcPts val="1599"/>
              </a:spcAft>
            </a:pPr>
            <a:endParaRPr b="0" lang="fr-FR" sz="1200" spc="-1" strike="noStrike">
              <a:solidFill>
                <a:srgbClr val="000000"/>
              </a:solidFill>
              <a:latin typeface="Arial"/>
            </a:endParaRPr>
          </a:p>
        </p:txBody>
      </p:sp>
      <p:pic>
        <p:nvPicPr>
          <p:cNvPr id="132" name="Google Shape;74;p15" descr=""/>
          <p:cNvPicPr/>
          <p:nvPr/>
        </p:nvPicPr>
        <p:blipFill>
          <a:blip r:embed="rId1"/>
          <a:stretch/>
        </p:blipFill>
        <p:spPr>
          <a:xfrm>
            <a:off x="290520" y="2097720"/>
            <a:ext cx="8562600" cy="2790360"/>
          </a:xfrm>
          <a:prstGeom prst="rect">
            <a:avLst/>
          </a:prstGeom>
          <a:ln>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 name="TextShape 1"/>
          <p:cNvSpPr txBox="1"/>
          <p:nvPr/>
        </p:nvSpPr>
        <p:spPr>
          <a:xfrm>
            <a:off x="311760" y="372600"/>
            <a:ext cx="8520120" cy="733320"/>
          </a:xfrm>
          <a:prstGeom prst="rect">
            <a:avLst/>
          </a:prstGeom>
          <a:noFill/>
          <a:ln>
            <a:noFill/>
          </a:ln>
        </p:spPr>
        <p:txBody>
          <a:bodyPr tIns="91440" bIns="91440" anchor="b">
            <a:noAutofit/>
          </a:bodyPr>
          <a:p>
            <a:pPr>
              <a:lnSpc>
                <a:spcPct val="100000"/>
              </a:lnSpc>
            </a:pPr>
            <a:r>
              <a:rPr b="1" lang="fr-FR" sz="3000" spc="-1" strike="noStrike">
                <a:solidFill>
                  <a:srgbClr val="424242"/>
                </a:solidFill>
                <a:latin typeface="Oswald"/>
                <a:ea typeface="Oswald"/>
              </a:rPr>
              <a:t>The other parts of the toolbox</a:t>
            </a:r>
            <a:endParaRPr b="0" lang="fr-FR" sz="3000" spc="-1" strike="noStrike">
              <a:solidFill>
                <a:srgbClr val="000000"/>
              </a:solidFill>
              <a:latin typeface="Arial"/>
            </a:endParaRPr>
          </a:p>
        </p:txBody>
      </p:sp>
      <p:sp>
        <p:nvSpPr>
          <p:cNvPr id="134" name="TextShape 2"/>
          <p:cNvSpPr txBox="1"/>
          <p:nvPr/>
        </p:nvSpPr>
        <p:spPr>
          <a:xfrm>
            <a:off x="311760" y="1468800"/>
            <a:ext cx="8520120" cy="3099600"/>
          </a:xfrm>
          <a:prstGeom prst="rect">
            <a:avLst/>
          </a:prstGeom>
          <a:noFill/>
          <a:ln>
            <a:noFill/>
          </a:ln>
        </p:spPr>
        <p:txBody>
          <a:bodyPr tIns="91440" bIns="91440">
            <a:noAutofit/>
          </a:bodyPr>
          <a:p>
            <a:pPr>
              <a:lnSpc>
                <a:spcPct val="115000"/>
              </a:lnSpc>
            </a:pPr>
            <a:r>
              <a:rPr b="0" lang="fr-FR" sz="1200" spc="-1" strike="noStrike">
                <a:solidFill>
                  <a:srgbClr val="333333"/>
                </a:solidFill>
                <a:highlight>
                  <a:srgbClr val="ffffff"/>
                </a:highlight>
                <a:latin typeface="Arial"/>
                <a:ea typeface="Arial"/>
              </a:rPr>
              <a:t>In addition to the client and the server, we also need to say hello to:</a:t>
            </a:r>
            <a:endParaRPr b="0" lang="fr-FR" sz="1200" spc="-1" strike="noStrike">
              <a:solidFill>
                <a:srgbClr val="000000"/>
              </a:solidFill>
              <a:latin typeface="Arial"/>
            </a:endParaRPr>
          </a:p>
          <a:p>
            <a:pPr>
              <a:lnSpc>
                <a:spcPct val="115000"/>
              </a:lnSpc>
              <a:spcBef>
                <a:spcPts val="1800"/>
              </a:spcBef>
            </a:pPr>
            <a:endParaRPr b="0" lang="fr-FR" sz="1200" spc="-1" strike="noStrike">
              <a:solidFill>
                <a:srgbClr val="000000"/>
              </a:solidFill>
              <a:latin typeface="Arial"/>
            </a:endParaRPr>
          </a:p>
          <a:p>
            <a:pPr>
              <a:lnSpc>
                <a:spcPct val="115000"/>
              </a:lnSpc>
            </a:pPr>
            <a:endParaRPr b="0" lang="fr-FR" sz="1200" spc="-1" strike="noStrike">
              <a:solidFill>
                <a:srgbClr val="000000"/>
              </a:solidFill>
              <a:latin typeface="Arial"/>
            </a:endParaRPr>
          </a:p>
          <a:p>
            <a:pPr>
              <a:lnSpc>
                <a:spcPct val="115000"/>
              </a:lnSpc>
              <a:spcBef>
                <a:spcPts val="1599"/>
              </a:spcBef>
              <a:spcAft>
                <a:spcPts val="1599"/>
              </a:spcAft>
            </a:pPr>
            <a:endParaRPr b="0" lang="fr-FR" sz="1200" spc="-1" strike="noStrike">
              <a:solidFill>
                <a:srgbClr val="000000"/>
              </a:solidFill>
              <a:latin typeface="Arial"/>
            </a:endParaRPr>
          </a:p>
        </p:txBody>
      </p:sp>
      <p:sp>
        <p:nvSpPr>
          <p:cNvPr id="135" name="CustomShape 3"/>
          <p:cNvSpPr/>
          <p:nvPr/>
        </p:nvSpPr>
        <p:spPr>
          <a:xfrm>
            <a:off x="396360" y="1939680"/>
            <a:ext cx="1789200" cy="771120"/>
          </a:xfrm>
          <a:prstGeom prst="roundRect">
            <a:avLst>
              <a:gd name="adj" fmla="val 16667"/>
            </a:avLst>
          </a:prstGeom>
          <a:solidFill>
            <a:schemeClr val="lt2"/>
          </a:solidFill>
          <a:ln w="9360">
            <a:solidFill>
              <a:schemeClr val="dk2"/>
            </a:solidFill>
            <a:round/>
          </a:ln>
        </p:spPr>
        <p:style>
          <a:lnRef idx="0"/>
          <a:fillRef idx="0"/>
          <a:effectRef idx="0"/>
          <a:fontRef idx="minor"/>
        </p:style>
        <p:txBody>
          <a:bodyPr tIns="91440" bIns="91440" anchor="ctr">
            <a:noAutofit/>
          </a:bodyPr>
          <a:p>
            <a:pPr>
              <a:lnSpc>
                <a:spcPct val="100000"/>
              </a:lnSpc>
            </a:pPr>
            <a:r>
              <a:rPr b="0" lang="fr-FR" sz="1400" spc="-1" strike="noStrike">
                <a:solidFill>
                  <a:srgbClr val="000000"/>
                </a:solidFill>
                <a:latin typeface="Arial"/>
                <a:ea typeface="Arial"/>
              </a:rPr>
              <a:t>your internet connection</a:t>
            </a:r>
            <a:endParaRPr b="0" lang="fr-FR" sz="1400" spc="-1" strike="noStrike">
              <a:latin typeface="Arial"/>
            </a:endParaRPr>
          </a:p>
        </p:txBody>
      </p:sp>
      <p:sp>
        <p:nvSpPr>
          <p:cNvPr id="136" name="CustomShape 4"/>
          <p:cNvSpPr/>
          <p:nvPr/>
        </p:nvSpPr>
        <p:spPr>
          <a:xfrm>
            <a:off x="396360" y="2930040"/>
            <a:ext cx="1789200" cy="771120"/>
          </a:xfrm>
          <a:prstGeom prst="roundRect">
            <a:avLst>
              <a:gd name="adj" fmla="val 16667"/>
            </a:avLst>
          </a:prstGeom>
          <a:solidFill>
            <a:schemeClr val="lt2"/>
          </a:solidFill>
          <a:ln w="9360">
            <a:solidFill>
              <a:schemeClr val="dk2"/>
            </a:solidFill>
            <a:round/>
          </a:ln>
        </p:spPr>
        <p:style>
          <a:lnRef idx="0"/>
          <a:fillRef idx="0"/>
          <a:effectRef idx="0"/>
          <a:fontRef idx="minor"/>
        </p:style>
        <p:txBody>
          <a:bodyPr tIns="91440" bIns="91440" anchor="ctr">
            <a:noAutofit/>
          </a:bodyPr>
          <a:p>
            <a:pPr>
              <a:lnSpc>
                <a:spcPct val="100000"/>
              </a:lnSpc>
            </a:pPr>
            <a:r>
              <a:rPr b="0" lang="fr-FR" sz="1400" spc="-1" strike="noStrike">
                <a:solidFill>
                  <a:srgbClr val="000000"/>
                </a:solidFill>
                <a:latin typeface="Arial"/>
                <a:ea typeface="Arial"/>
              </a:rPr>
              <a:t>TCP/IP</a:t>
            </a:r>
            <a:endParaRPr b="0" lang="fr-FR" sz="1400" spc="-1" strike="noStrike">
              <a:latin typeface="Arial"/>
            </a:endParaRPr>
          </a:p>
        </p:txBody>
      </p:sp>
      <p:sp>
        <p:nvSpPr>
          <p:cNvPr id="137" name="CustomShape 5"/>
          <p:cNvSpPr/>
          <p:nvPr/>
        </p:nvSpPr>
        <p:spPr>
          <a:xfrm>
            <a:off x="396360" y="3920760"/>
            <a:ext cx="1789200" cy="771120"/>
          </a:xfrm>
          <a:prstGeom prst="roundRect">
            <a:avLst>
              <a:gd name="adj" fmla="val 16667"/>
            </a:avLst>
          </a:prstGeom>
          <a:solidFill>
            <a:schemeClr val="lt2"/>
          </a:solidFill>
          <a:ln w="9360">
            <a:solidFill>
              <a:schemeClr val="dk2"/>
            </a:solidFill>
            <a:round/>
          </a:ln>
        </p:spPr>
        <p:style>
          <a:lnRef idx="0"/>
          <a:fillRef idx="0"/>
          <a:effectRef idx="0"/>
          <a:fontRef idx="minor"/>
        </p:style>
        <p:txBody>
          <a:bodyPr tIns="91440" bIns="91440" anchor="ctr">
            <a:noAutofit/>
          </a:bodyPr>
          <a:p>
            <a:pPr>
              <a:lnSpc>
                <a:spcPct val="100000"/>
              </a:lnSpc>
            </a:pPr>
            <a:r>
              <a:rPr b="0" lang="fr-FR" sz="1400" spc="-1" strike="noStrike">
                <a:solidFill>
                  <a:srgbClr val="000000"/>
                </a:solidFill>
                <a:latin typeface="Arial"/>
                <a:ea typeface="Arial"/>
              </a:rPr>
              <a:t>DNS</a:t>
            </a:r>
            <a:endParaRPr b="0" lang="fr-FR" sz="1400" spc="-1" strike="noStrike">
              <a:latin typeface="Arial"/>
            </a:endParaRPr>
          </a:p>
        </p:txBody>
      </p:sp>
      <p:sp>
        <p:nvSpPr>
          <p:cNvPr id="138" name="CustomShape 6"/>
          <p:cNvSpPr/>
          <p:nvPr/>
        </p:nvSpPr>
        <p:spPr>
          <a:xfrm>
            <a:off x="3220560" y="1939680"/>
            <a:ext cx="1789200" cy="771120"/>
          </a:xfrm>
          <a:prstGeom prst="roundRect">
            <a:avLst>
              <a:gd name="adj" fmla="val 16667"/>
            </a:avLst>
          </a:prstGeom>
          <a:solidFill>
            <a:schemeClr val="lt2"/>
          </a:solidFill>
          <a:ln w="9360">
            <a:solidFill>
              <a:schemeClr val="dk2"/>
            </a:solidFill>
            <a:round/>
          </a:ln>
        </p:spPr>
        <p:style>
          <a:lnRef idx="0"/>
          <a:fillRef idx="0"/>
          <a:effectRef idx="0"/>
          <a:fontRef idx="minor"/>
        </p:style>
        <p:txBody>
          <a:bodyPr tIns="91440" bIns="91440" anchor="ctr">
            <a:noAutofit/>
          </a:bodyPr>
          <a:p>
            <a:pPr>
              <a:lnSpc>
                <a:spcPct val="100000"/>
              </a:lnSpc>
            </a:pPr>
            <a:r>
              <a:rPr b="0" lang="fr-FR" sz="1400" spc="-1" strike="noStrike">
                <a:solidFill>
                  <a:srgbClr val="000000"/>
                </a:solidFill>
                <a:latin typeface="Arial"/>
                <a:ea typeface="Arial"/>
              </a:rPr>
              <a:t>HTTP</a:t>
            </a:r>
            <a:endParaRPr b="0" lang="fr-FR" sz="1400" spc="-1" strike="noStrike">
              <a:latin typeface="Arial"/>
            </a:endParaRPr>
          </a:p>
        </p:txBody>
      </p:sp>
      <p:sp>
        <p:nvSpPr>
          <p:cNvPr id="139" name="CustomShape 7"/>
          <p:cNvSpPr/>
          <p:nvPr/>
        </p:nvSpPr>
        <p:spPr>
          <a:xfrm>
            <a:off x="3215880" y="2930040"/>
            <a:ext cx="1789200" cy="1638360"/>
          </a:xfrm>
          <a:prstGeom prst="roundRect">
            <a:avLst>
              <a:gd name="adj" fmla="val 16667"/>
            </a:avLst>
          </a:prstGeom>
          <a:solidFill>
            <a:schemeClr val="lt2"/>
          </a:solidFill>
          <a:ln w="9360">
            <a:solidFill>
              <a:schemeClr val="dk2"/>
            </a:solidFill>
            <a:round/>
          </a:ln>
        </p:spPr>
        <p:style>
          <a:lnRef idx="0"/>
          <a:fillRef idx="0"/>
          <a:effectRef idx="0"/>
          <a:fontRef idx="minor"/>
        </p:style>
        <p:txBody>
          <a:bodyPr tIns="91440" bIns="91440" anchor="ctr">
            <a:noAutofit/>
          </a:bodyPr>
          <a:p>
            <a:pPr>
              <a:lnSpc>
                <a:spcPct val="100000"/>
              </a:lnSpc>
            </a:pPr>
            <a:r>
              <a:rPr b="0" lang="fr-FR" sz="1400" spc="-1" strike="noStrike">
                <a:solidFill>
                  <a:srgbClr val="000000"/>
                </a:solidFill>
                <a:latin typeface="Arial"/>
                <a:ea typeface="Arial"/>
              </a:rPr>
              <a:t>components files :</a:t>
            </a:r>
            <a:endParaRPr b="0" lang="fr-FR" sz="1400" spc="-1" strike="noStrike">
              <a:latin typeface="Arial"/>
            </a:endParaRPr>
          </a:p>
          <a:p>
            <a:pPr>
              <a:lnSpc>
                <a:spcPct val="100000"/>
              </a:lnSpc>
            </a:pPr>
            <a:r>
              <a:rPr b="0" lang="fr-FR" sz="1400" spc="-1" strike="noStrike">
                <a:solidFill>
                  <a:srgbClr val="000000"/>
                </a:solidFill>
                <a:latin typeface="Arial"/>
                <a:ea typeface="Arial"/>
              </a:rPr>
              <a:t>- codes files</a:t>
            </a:r>
            <a:endParaRPr b="0" lang="fr-FR" sz="1400" spc="-1" strike="noStrike">
              <a:latin typeface="Arial"/>
            </a:endParaRPr>
          </a:p>
          <a:p>
            <a:pPr>
              <a:lnSpc>
                <a:spcPct val="100000"/>
              </a:lnSpc>
            </a:pPr>
            <a:r>
              <a:rPr b="0" lang="fr-FR" sz="1400" spc="-1" strike="noStrike">
                <a:solidFill>
                  <a:srgbClr val="000000"/>
                </a:solidFill>
                <a:latin typeface="Arial"/>
                <a:ea typeface="Arial"/>
              </a:rPr>
              <a:t>- assets</a:t>
            </a:r>
            <a:endParaRPr b="0" lang="fr-FR" sz="14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 name="TextShape 1"/>
          <p:cNvSpPr txBox="1"/>
          <p:nvPr/>
        </p:nvSpPr>
        <p:spPr>
          <a:xfrm>
            <a:off x="311760" y="372600"/>
            <a:ext cx="8520120" cy="733320"/>
          </a:xfrm>
          <a:prstGeom prst="rect">
            <a:avLst/>
          </a:prstGeom>
          <a:noFill/>
          <a:ln>
            <a:noFill/>
          </a:ln>
        </p:spPr>
        <p:txBody>
          <a:bodyPr tIns="91440" bIns="91440" anchor="b">
            <a:noAutofit/>
          </a:bodyPr>
          <a:p>
            <a:pPr>
              <a:lnSpc>
                <a:spcPct val="100000"/>
              </a:lnSpc>
            </a:pPr>
            <a:r>
              <a:rPr b="1" lang="fr-FR" sz="3000" spc="-1" strike="noStrike">
                <a:solidFill>
                  <a:srgbClr val="424242"/>
                </a:solidFill>
                <a:latin typeface="Oswald"/>
                <a:ea typeface="Oswald"/>
              </a:rPr>
              <a:t>So what happens, exactly ?</a:t>
            </a:r>
            <a:endParaRPr b="0" lang="fr-FR" sz="3000" spc="-1" strike="noStrike">
              <a:solidFill>
                <a:srgbClr val="000000"/>
              </a:solidFill>
              <a:latin typeface="Arial"/>
            </a:endParaRPr>
          </a:p>
        </p:txBody>
      </p:sp>
      <p:sp>
        <p:nvSpPr>
          <p:cNvPr id="141" name="TextShape 2"/>
          <p:cNvSpPr txBox="1"/>
          <p:nvPr/>
        </p:nvSpPr>
        <p:spPr>
          <a:xfrm>
            <a:off x="311760" y="1468800"/>
            <a:ext cx="8520120" cy="3099600"/>
          </a:xfrm>
          <a:prstGeom prst="rect">
            <a:avLst/>
          </a:prstGeom>
          <a:noFill/>
          <a:ln>
            <a:noFill/>
          </a:ln>
        </p:spPr>
        <p:txBody>
          <a:bodyPr tIns="91440" bIns="91440">
            <a:noAutofit/>
          </a:bodyPr>
          <a:p>
            <a:pPr>
              <a:lnSpc>
                <a:spcPct val="115000"/>
              </a:lnSpc>
            </a:pPr>
            <a:r>
              <a:rPr b="0" lang="fr-FR" sz="1200" spc="-1" strike="noStrike">
                <a:solidFill>
                  <a:srgbClr val="333333"/>
                </a:solidFill>
                <a:highlight>
                  <a:srgbClr val="ffffff"/>
                </a:highlight>
                <a:latin typeface="Arial"/>
                <a:ea typeface="Arial"/>
              </a:rPr>
              <a:t>When you type a web address into your browser (for our analogy that's like walking to the shop):</a:t>
            </a:r>
            <a:endParaRPr b="0" lang="fr-FR" sz="1200" spc="-1" strike="noStrike">
              <a:solidFill>
                <a:srgbClr val="000000"/>
              </a:solidFill>
              <a:latin typeface="Arial"/>
            </a:endParaRPr>
          </a:p>
          <a:p>
            <a:pPr marL="457200" indent="-304560">
              <a:lnSpc>
                <a:spcPct val="115000"/>
              </a:lnSpc>
              <a:spcBef>
                <a:spcPts val="1800"/>
              </a:spcBef>
              <a:buClr>
                <a:srgbClr val="333333"/>
              </a:buClr>
              <a:buFont typeface="Arial"/>
              <a:buAutoNum type="arabicPeriod"/>
            </a:pPr>
            <a:r>
              <a:rPr b="0" lang="fr-FR" sz="1200" spc="-1" strike="noStrike">
                <a:solidFill>
                  <a:srgbClr val="333333"/>
                </a:solidFill>
                <a:highlight>
                  <a:srgbClr val="ffffff"/>
                </a:highlight>
                <a:latin typeface="Arial"/>
                <a:ea typeface="Arial"/>
              </a:rPr>
              <a:t>The browser goes to the DNS server, and finds the real address of the server that the website lives on (you find the address of the shop).</a:t>
            </a:r>
            <a:endParaRPr b="0" lang="fr-FR" sz="1200" spc="-1" strike="noStrike">
              <a:solidFill>
                <a:srgbClr val="000000"/>
              </a:solidFill>
              <a:latin typeface="Arial"/>
            </a:endParaRPr>
          </a:p>
          <a:p>
            <a:pPr marL="457200" indent="-304560">
              <a:lnSpc>
                <a:spcPct val="115000"/>
              </a:lnSpc>
              <a:buClr>
                <a:srgbClr val="333333"/>
              </a:buClr>
              <a:buFont typeface="Arial"/>
              <a:buAutoNum type="arabicPeriod"/>
            </a:pPr>
            <a:r>
              <a:rPr b="0" lang="fr-FR" sz="1200" spc="-1" strike="noStrike">
                <a:solidFill>
                  <a:srgbClr val="333333"/>
                </a:solidFill>
                <a:highlight>
                  <a:srgbClr val="ffffff"/>
                </a:highlight>
                <a:latin typeface="Arial"/>
                <a:ea typeface="Arial"/>
              </a:rPr>
              <a:t>The browser sends an HTTP request message to the server, asking it to send a copy of the website to the client (you go to the shop and order your goods). This message, and all other data sent between the client and the server, is sent across your internet connection using TCP/IP.</a:t>
            </a:r>
            <a:endParaRPr b="0" lang="fr-FR" sz="1200" spc="-1" strike="noStrike">
              <a:solidFill>
                <a:srgbClr val="000000"/>
              </a:solidFill>
              <a:latin typeface="Arial"/>
            </a:endParaRPr>
          </a:p>
          <a:p>
            <a:pPr marL="457200" indent="-304560">
              <a:lnSpc>
                <a:spcPct val="115000"/>
              </a:lnSpc>
              <a:buClr>
                <a:srgbClr val="333333"/>
              </a:buClr>
              <a:buFont typeface="Arial"/>
              <a:buAutoNum type="arabicPeriod"/>
            </a:pPr>
            <a:r>
              <a:rPr b="0" lang="fr-FR" sz="1200" spc="-1" strike="noStrike">
                <a:solidFill>
                  <a:srgbClr val="333333"/>
                </a:solidFill>
                <a:highlight>
                  <a:srgbClr val="ffffff"/>
                </a:highlight>
                <a:latin typeface="Arial"/>
                <a:ea typeface="Arial"/>
              </a:rPr>
              <a:t>If the server approves the client's request, the server sends the client a "200 OK" message, which means "Of course you can look at that website! Here it is", and then starts sending the website's files to the browser as a series of small chunks called data packets (the shop gives you your goods, and you bring them back to your house).</a:t>
            </a:r>
            <a:endParaRPr b="0" lang="fr-FR" sz="1200" spc="-1" strike="noStrike">
              <a:solidFill>
                <a:srgbClr val="000000"/>
              </a:solidFill>
              <a:latin typeface="Arial"/>
            </a:endParaRPr>
          </a:p>
          <a:p>
            <a:pPr marL="457200" indent="-304560">
              <a:lnSpc>
                <a:spcPct val="115000"/>
              </a:lnSpc>
              <a:buClr>
                <a:srgbClr val="333333"/>
              </a:buClr>
              <a:buFont typeface="Arial"/>
              <a:buAutoNum type="arabicPeriod"/>
            </a:pPr>
            <a:r>
              <a:rPr b="0" lang="fr-FR" sz="1200" spc="-1" strike="noStrike">
                <a:solidFill>
                  <a:srgbClr val="333333"/>
                </a:solidFill>
                <a:highlight>
                  <a:srgbClr val="ffffff"/>
                </a:highlight>
                <a:latin typeface="Arial"/>
                <a:ea typeface="Arial"/>
              </a:rPr>
              <a:t>The browser assembles the small chunks into a complete web page and displays it to you (the goods arrive at your door — new shiny stuff, awesome!).</a:t>
            </a:r>
            <a:endParaRPr b="0" lang="fr-FR" sz="1200" spc="-1" strike="noStrike">
              <a:solidFill>
                <a:srgbClr val="000000"/>
              </a:solidFill>
              <a:latin typeface="Arial"/>
            </a:endParaRPr>
          </a:p>
          <a:p>
            <a:pPr>
              <a:lnSpc>
                <a:spcPct val="115000"/>
              </a:lnSpc>
              <a:spcBef>
                <a:spcPts val="4099"/>
              </a:spcBef>
            </a:pPr>
            <a:endParaRPr b="0" lang="fr-FR" sz="1200" spc="-1" strike="noStrike">
              <a:solidFill>
                <a:srgbClr val="000000"/>
              </a:solidFill>
              <a:latin typeface="Arial"/>
            </a:endParaRPr>
          </a:p>
          <a:p>
            <a:pPr>
              <a:lnSpc>
                <a:spcPct val="115000"/>
              </a:lnSpc>
              <a:spcBef>
                <a:spcPts val="1599"/>
              </a:spcBef>
              <a:spcAft>
                <a:spcPts val="1599"/>
              </a:spcAft>
            </a:pPr>
            <a:endParaRPr b="0" lang="fr-FR"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 name="TextShape 1"/>
          <p:cNvSpPr txBox="1"/>
          <p:nvPr/>
        </p:nvSpPr>
        <p:spPr>
          <a:xfrm>
            <a:off x="430920" y="1889640"/>
            <a:ext cx="8282160" cy="1516320"/>
          </a:xfrm>
          <a:prstGeom prst="rect">
            <a:avLst/>
          </a:prstGeom>
          <a:noFill/>
          <a:ln>
            <a:noFill/>
          </a:ln>
        </p:spPr>
        <p:txBody>
          <a:bodyPr tIns="91440" bIns="91440" anchor="ctr">
            <a:noAutofit/>
          </a:bodyPr>
          <a:p>
            <a:pPr>
              <a:lnSpc>
                <a:spcPct val="100000"/>
              </a:lnSpc>
            </a:pPr>
            <a:r>
              <a:rPr b="0" lang="fr-FR" sz="3600" spc="-1" strike="noStrike">
                <a:solidFill>
                  <a:srgbClr val="ffffff"/>
                </a:solidFill>
                <a:latin typeface="Oswald"/>
                <a:ea typeface="Oswald"/>
              </a:rPr>
              <a:t>What do you need to be a web developer ?</a:t>
            </a:r>
            <a:endParaRPr b="0" lang="fr-FR" sz="3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3" name="TextShape 1"/>
          <p:cNvSpPr txBox="1"/>
          <p:nvPr/>
        </p:nvSpPr>
        <p:spPr>
          <a:xfrm>
            <a:off x="311760" y="347760"/>
            <a:ext cx="8520120" cy="4407120"/>
          </a:xfrm>
          <a:prstGeom prst="rect">
            <a:avLst/>
          </a:prstGeom>
          <a:noFill/>
          <a:ln>
            <a:noFill/>
          </a:ln>
        </p:spPr>
        <p:txBody>
          <a:bodyPr tIns="91440" bIns="91440">
            <a:noAutofit/>
          </a:bodyPr>
          <a:p>
            <a:pPr>
              <a:lnSpc>
                <a:spcPct val="160000"/>
              </a:lnSpc>
            </a:pPr>
            <a:endParaRPr b="0" lang="fr-FR" sz="1400" spc="-1" strike="noStrike">
              <a:solidFill>
                <a:srgbClr val="000000"/>
              </a:solidFill>
              <a:latin typeface="Arial"/>
            </a:endParaRPr>
          </a:p>
          <a:p>
            <a:pPr>
              <a:lnSpc>
                <a:spcPct val="160000"/>
              </a:lnSpc>
              <a:spcBef>
                <a:spcPts val="1199"/>
              </a:spcBef>
            </a:pPr>
            <a:r>
              <a:rPr b="0" lang="fr-FR" sz="1200" spc="-1" strike="noStrike">
                <a:solidFill>
                  <a:srgbClr val="191d22"/>
                </a:solidFill>
                <a:highlight>
                  <a:srgbClr val="fefefe"/>
                </a:highlight>
                <a:latin typeface="Arial"/>
                <a:ea typeface="Arial"/>
              </a:rPr>
              <a:t>In order to be a web developer you should be familiar with :</a:t>
            </a:r>
            <a:endParaRPr b="0" lang="fr-FR" sz="1200" spc="-1" strike="noStrike">
              <a:solidFill>
                <a:srgbClr val="000000"/>
              </a:solidFill>
              <a:latin typeface="Arial"/>
            </a:endParaRPr>
          </a:p>
          <a:p>
            <a:pPr marL="457200" indent="-304560">
              <a:lnSpc>
                <a:spcPct val="160000"/>
              </a:lnSpc>
              <a:spcBef>
                <a:spcPts val="1199"/>
              </a:spcBef>
              <a:buClr>
                <a:srgbClr val="191d22"/>
              </a:buClr>
              <a:buFont typeface="Arial"/>
              <a:buChar char="●"/>
            </a:pPr>
            <a:r>
              <a:rPr b="0" lang="fr-FR" sz="1200" spc="-1" strike="noStrike">
                <a:solidFill>
                  <a:srgbClr val="191d22"/>
                </a:solidFill>
                <a:highlight>
                  <a:srgbClr val="fefefe"/>
                </a:highlight>
                <a:latin typeface="Arial"/>
                <a:ea typeface="Arial"/>
              </a:rPr>
              <a:t>User experience (UX)</a:t>
            </a:r>
            <a:endParaRPr b="0" lang="fr-FR" sz="1200" spc="-1" strike="noStrike">
              <a:solidFill>
                <a:srgbClr val="000000"/>
              </a:solidFill>
              <a:latin typeface="Arial"/>
            </a:endParaRPr>
          </a:p>
          <a:p>
            <a:pPr marL="457200" indent="-304560">
              <a:lnSpc>
                <a:spcPct val="160000"/>
              </a:lnSpc>
              <a:buClr>
                <a:srgbClr val="191d22"/>
              </a:buClr>
              <a:buFont typeface="Arial"/>
              <a:buChar char="●"/>
            </a:pPr>
            <a:r>
              <a:rPr b="0" lang="fr-FR" sz="1200" spc="-1" strike="noStrike">
                <a:solidFill>
                  <a:srgbClr val="191d22"/>
                </a:solidFill>
                <a:highlight>
                  <a:srgbClr val="fefefe"/>
                </a:highlight>
                <a:latin typeface="Arial"/>
                <a:ea typeface="Arial"/>
              </a:rPr>
              <a:t>User interface (UI)</a:t>
            </a:r>
            <a:endParaRPr b="0" lang="fr-FR" sz="1200" spc="-1" strike="noStrike">
              <a:solidFill>
                <a:srgbClr val="000000"/>
              </a:solidFill>
              <a:latin typeface="Arial"/>
            </a:endParaRPr>
          </a:p>
          <a:p>
            <a:pPr marL="457200" indent="-304560">
              <a:lnSpc>
                <a:spcPct val="160000"/>
              </a:lnSpc>
              <a:buClr>
                <a:srgbClr val="191d22"/>
              </a:buClr>
              <a:buFont typeface="Arial"/>
              <a:buChar char="●"/>
            </a:pPr>
            <a:r>
              <a:rPr b="0" lang="fr-FR" sz="1200" spc="-1" strike="noStrike">
                <a:solidFill>
                  <a:srgbClr val="191d22"/>
                </a:solidFill>
                <a:highlight>
                  <a:srgbClr val="fefefe"/>
                </a:highlight>
                <a:latin typeface="Arial"/>
                <a:ea typeface="Arial"/>
              </a:rPr>
              <a:t>Visual design</a:t>
            </a:r>
            <a:endParaRPr b="0" lang="fr-FR" sz="1200" spc="-1" strike="noStrike">
              <a:solidFill>
                <a:srgbClr val="000000"/>
              </a:solidFill>
              <a:latin typeface="Arial"/>
            </a:endParaRPr>
          </a:p>
          <a:p>
            <a:pPr marL="457200" indent="-304560">
              <a:lnSpc>
                <a:spcPct val="160000"/>
              </a:lnSpc>
              <a:buClr>
                <a:srgbClr val="191d22"/>
              </a:buClr>
              <a:buFont typeface="Arial"/>
              <a:buChar char="●"/>
            </a:pPr>
            <a:r>
              <a:rPr b="0" lang="fr-FR" sz="1200" spc="-1" strike="noStrike">
                <a:solidFill>
                  <a:srgbClr val="191d22"/>
                </a:solidFill>
                <a:highlight>
                  <a:srgbClr val="fefefe"/>
                </a:highlight>
                <a:latin typeface="Arial"/>
                <a:ea typeface="Arial"/>
              </a:rPr>
              <a:t>Coding languages including HTML and CSS</a:t>
            </a:r>
            <a:endParaRPr b="0" lang="fr-FR" sz="1200" spc="-1" strike="noStrike">
              <a:solidFill>
                <a:srgbClr val="000000"/>
              </a:solidFill>
              <a:latin typeface="Arial"/>
            </a:endParaRPr>
          </a:p>
          <a:p>
            <a:pPr marL="457200" indent="-304560">
              <a:lnSpc>
                <a:spcPct val="160000"/>
              </a:lnSpc>
              <a:buClr>
                <a:srgbClr val="191d22"/>
              </a:buClr>
              <a:buFont typeface="Arial"/>
              <a:buChar char="●"/>
            </a:pPr>
            <a:r>
              <a:rPr b="0" lang="fr-FR" sz="1200" spc="-1" strike="noStrike">
                <a:solidFill>
                  <a:srgbClr val="191d22"/>
                </a:solidFill>
                <a:highlight>
                  <a:srgbClr val="fefefe"/>
                </a:highlight>
                <a:latin typeface="Arial"/>
                <a:ea typeface="Arial"/>
              </a:rPr>
              <a:t>Frontend web programing languages and skills such as JavaScript, Ajax and web animation techniques</a:t>
            </a:r>
            <a:endParaRPr b="0" lang="fr-FR" sz="1200" spc="-1" strike="noStrike">
              <a:solidFill>
                <a:srgbClr val="000000"/>
              </a:solidFill>
              <a:latin typeface="Arial"/>
            </a:endParaRPr>
          </a:p>
          <a:p>
            <a:pPr marL="457200" indent="-304560">
              <a:lnSpc>
                <a:spcPct val="160000"/>
              </a:lnSpc>
              <a:buClr>
                <a:srgbClr val="191d22"/>
              </a:buClr>
              <a:buFont typeface="Arial"/>
              <a:buChar char="●"/>
            </a:pPr>
            <a:r>
              <a:rPr b="0" lang="fr-FR" sz="1200" spc="-1" strike="noStrike">
                <a:solidFill>
                  <a:srgbClr val="191d22"/>
                </a:solidFill>
                <a:highlight>
                  <a:srgbClr val="fefefe"/>
                </a:highlight>
                <a:latin typeface="Arial"/>
                <a:ea typeface="Arial"/>
              </a:rPr>
              <a:t>Backend web programing languages such as C# or Java, PHP and Ruby</a:t>
            </a:r>
            <a:endParaRPr b="0" lang="fr-FR" sz="1200" spc="-1" strike="noStrike">
              <a:solidFill>
                <a:srgbClr val="000000"/>
              </a:solidFill>
              <a:latin typeface="Arial"/>
            </a:endParaRPr>
          </a:p>
          <a:p>
            <a:pPr marL="457200" indent="-304560">
              <a:lnSpc>
                <a:spcPct val="160000"/>
              </a:lnSpc>
              <a:buClr>
                <a:srgbClr val="191d22"/>
              </a:buClr>
              <a:buFont typeface="Arial"/>
              <a:buChar char="●"/>
            </a:pPr>
            <a:r>
              <a:rPr b="0" lang="fr-FR" sz="1200" spc="-1" strike="noStrike">
                <a:solidFill>
                  <a:srgbClr val="191d22"/>
                </a:solidFill>
                <a:highlight>
                  <a:srgbClr val="fefefe"/>
                </a:highlight>
                <a:latin typeface="Arial"/>
                <a:ea typeface="Arial"/>
              </a:rPr>
              <a:t>Web servers and how they function</a:t>
            </a:r>
            <a:endParaRPr b="0" lang="fr-FR" sz="1200" spc="-1" strike="noStrike">
              <a:solidFill>
                <a:srgbClr val="000000"/>
              </a:solidFill>
              <a:latin typeface="Arial"/>
            </a:endParaRPr>
          </a:p>
          <a:p>
            <a:pPr>
              <a:lnSpc>
                <a:spcPct val="115000"/>
              </a:lnSpc>
              <a:spcBef>
                <a:spcPts val="1199"/>
              </a:spcBef>
            </a:pPr>
            <a:endParaRPr b="0" lang="fr-FR" sz="1200" spc="-1" strike="noStrike">
              <a:solidFill>
                <a:srgbClr val="000000"/>
              </a:solidFill>
              <a:latin typeface="Arial"/>
            </a:endParaRPr>
          </a:p>
          <a:p>
            <a:pPr>
              <a:lnSpc>
                <a:spcPct val="115000"/>
              </a:lnSpc>
              <a:spcBef>
                <a:spcPts val="4099"/>
              </a:spcBef>
            </a:pPr>
            <a:endParaRPr b="0" lang="fr-FR" sz="1200" spc="-1" strike="noStrike">
              <a:solidFill>
                <a:srgbClr val="000000"/>
              </a:solidFill>
              <a:latin typeface="Arial"/>
            </a:endParaRPr>
          </a:p>
          <a:p>
            <a:pPr>
              <a:lnSpc>
                <a:spcPct val="115000"/>
              </a:lnSpc>
              <a:spcBef>
                <a:spcPts val="1599"/>
              </a:spcBef>
              <a:spcAft>
                <a:spcPts val="1599"/>
              </a:spcAft>
            </a:pPr>
            <a:endParaRPr b="0" lang="fr-FR"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 name="TextShape 1"/>
          <p:cNvSpPr txBox="1"/>
          <p:nvPr/>
        </p:nvSpPr>
        <p:spPr>
          <a:xfrm>
            <a:off x="430920" y="1889640"/>
            <a:ext cx="8282160" cy="1516320"/>
          </a:xfrm>
          <a:prstGeom prst="rect">
            <a:avLst/>
          </a:prstGeom>
          <a:noFill/>
          <a:ln>
            <a:noFill/>
          </a:ln>
        </p:spPr>
        <p:txBody>
          <a:bodyPr tIns="91440" bIns="91440" anchor="ctr">
            <a:noAutofit/>
          </a:bodyPr>
          <a:p>
            <a:pPr>
              <a:lnSpc>
                <a:spcPct val="100000"/>
              </a:lnSpc>
            </a:pPr>
            <a:r>
              <a:rPr b="0" lang="fr-FR" sz="3600" spc="-1" strike="noStrike">
                <a:solidFill>
                  <a:srgbClr val="ffffff"/>
                </a:solidFill>
                <a:latin typeface="Oswald"/>
                <a:ea typeface="Oswald"/>
              </a:rPr>
              <a:t>what’s the role of web developer ?</a:t>
            </a:r>
            <a:endParaRPr b="0" lang="fr-FR" sz="3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 name="TextShape 1"/>
          <p:cNvSpPr txBox="1"/>
          <p:nvPr/>
        </p:nvSpPr>
        <p:spPr>
          <a:xfrm>
            <a:off x="311760" y="372600"/>
            <a:ext cx="8520120" cy="733320"/>
          </a:xfrm>
          <a:prstGeom prst="rect">
            <a:avLst/>
          </a:prstGeom>
          <a:noFill/>
          <a:ln>
            <a:noFill/>
          </a:ln>
        </p:spPr>
        <p:txBody>
          <a:bodyPr tIns="91440" bIns="91440" anchor="b">
            <a:noAutofit/>
          </a:bodyPr>
          <a:p>
            <a:pPr>
              <a:lnSpc>
                <a:spcPct val="100000"/>
              </a:lnSpc>
            </a:pPr>
            <a:r>
              <a:rPr b="1" lang="fr-FR" sz="3000" spc="-1" strike="noStrike">
                <a:solidFill>
                  <a:srgbClr val="424242"/>
                </a:solidFill>
                <a:latin typeface="Oswald"/>
                <a:ea typeface="Oswald"/>
              </a:rPr>
              <a:t>What does a web developer do ?</a:t>
            </a:r>
            <a:endParaRPr b="0" lang="fr-FR" sz="3000" spc="-1" strike="noStrike">
              <a:solidFill>
                <a:srgbClr val="000000"/>
              </a:solidFill>
              <a:latin typeface="Arial"/>
            </a:endParaRPr>
          </a:p>
        </p:txBody>
      </p:sp>
      <p:sp>
        <p:nvSpPr>
          <p:cNvPr id="146" name="TextShape 2"/>
          <p:cNvSpPr txBox="1"/>
          <p:nvPr/>
        </p:nvSpPr>
        <p:spPr>
          <a:xfrm>
            <a:off x="311760" y="1468800"/>
            <a:ext cx="8520120" cy="3099600"/>
          </a:xfrm>
          <a:prstGeom prst="rect">
            <a:avLst/>
          </a:prstGeom>
          <a:noFill/>
          <a:ln>
            <a:noFill/>
          </a:ln>
        </p:spPr>
        <p:txBody>
          <a:bodyPr tIns="91440" bIns="91440">
            <a:noAutofit/>
          </a:bodyPr>
          <a:p>
            <a:pPr>
              <a:lnSpc>
                <a:spcPct val="160000"/>
              </a:lnSpc>
            </a:pPr>
            <a:r>
              <a:rPr b="0" lang="fr-FR" sz="1200" spc="-1" strike="noStrike">
                <a:solidFill>
                  <a:srgbClr val="191d22"/>
                </a:solidFill>
                <a:highlight>
                  <a:srgbClr val="fefefe"/>
                </a:highlight>
                <a:latin typeface="Arial"/>
                <a:ea typeface="Arial"/>
              </a:rPr>
              <a:t>Also known as web programmers or web coders, web developers essentially make a website work by building the functionality, interactivity and visible structure of the site, normally based on the vision of designers and other key roles.</a:t>
            </a:r>
            <a:endParaRPr b="0" lang="fr-FR" sz="1200" spc="-1" strike="noStrike">
              <a:solidFill>
                <a:srgbClr val="000000"/>
              </a:solidFill>
              <a:latin typeface="Arial"/>
            </a:endParaRPr>
          </a:p>
          <a:p>
            <a:pPr>
              <a:lnSpc>
                <a:spcPct val="160000"/>
              </a:lnSpc>
              <a:spcBef>
                <a:spcPts val="1199"/>
              </a:spcBef>
            </a:pPr>
            <a:r>
              <a:rPr b="0" lang="fr-FR" sz="1200" spc="-1" strike="noStrike">
                <a:solidFill>
                  <a:srgbClr val="191d22"/>
                </a:solidFill>
                <a:highlight>
                  <a:srgbClr val="fefefe"/>
                </a:highlight>
                <a:latin typeface="Arial"/>
                <a:ea typeface="Arial"/>
              </a:rPr>
              <a:t>Web developers are also responsible for ensuring a site functions correctly on all browsers - both desktop and mobile - through testing. Once a site is live, a developer carries out  updates and other maintenance tasks as necessary.</a:t>
            </a:r>
            <a:endParaRPr b="0" lang="fr-FR" sz="1200" spc="-1" strike="noStrike">
              <a:solidFill>
                <a:srgbClr val="000000"/>
              </a:solidFill>
              <a:latin typeface="Arial"/>
            </a:endParaRPr>
          </a:p>
          <a:p>
            <a:pPr marL="457200">
              <a:lnSpc>
                <a:spcPct val="115000"/>
              </a:lnSpc>
              <a:spcBef>
                <a:spcPts val="1199"/>
              </a:spcBef>
            </a:pPr>
            <a:endParaRPr b="0" lang="fr-FR" sz="1200" spc="-1" strike="noStrike">
              <a:solidFill>
                <a:srgbClr val="000000"/>
              </a:solidFill>
              <a:latin typeface="Arial"/>
            </a:endParaRPr>
          </a:p>
          <a:p>
            <a:pPr>
              <a:lnSpc>
                <a:spcPct val="115000"/>
              </a:lnSpc>
              <a:spcBef>
                <a:spcPts val="4099"/>
              </a:spcBef>
            </a:pPr>
            <a:endParaRPr b="0" lang="fr-FR" sz="1200" spc="-1" strike="noStrike">
              <a:solidFill>
                <a:srgbClr val="000000"/>
              </a:solidFill>
              <a:latin typeface="Arial"/>
            </a:endParaRPr>
          </a:p>
          <a:p>
            <a:pPr>
              <a:lnSpc>
                <a:spcPct val="115000"/>
              </a:lnSpc>
              <a:spcBef>
                <a:spcPts val="1599"/>
              </a:spcBef>
              <a:spcAft>
                <a:spcPts val="1599"/>
              </a:spcAft>
            </a:pPr>
            <a:endParaRPr b="0" lang="fr-FR"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7" name="TextShape 1"/>
          <p:cNvSpPr txBox="1"/>
          <p:nvPr/>
        </p:nvSpPr>
        <p:spPr>
          <a:xfrm>
            <a:off x="311760" y="372600"/>
            <a:ext cx="8520120" cy="733320"/>
          </a:xfrm>
          <a:prstGeom prst="rect">
            <a:avLst/>
          </a:prstGeom>
          <a:noFill/>
          <a:ln>
            <a:noFill/>
          </a:ln>
        </p:spPr>
        <p:txBody>
          <a:bodyPr tIns="91440" bIns="91440" anchor="b">
            <a:noAutofit/>
          </a:bodyPr>
          <a:p>
            <a:pPr>
              <a:lnSpc>
                <a:spcPct val="100000"/>
              </a:lnSpc>
            </a:pPr>
            <a:r>
              <a:rPr b="1" lang="fr-FR" sz="3000" spc="-1" strike="noStrike">
                <a:solidFill>
                  <a:srgbClr val="424242"/>
                </a:solidFill>
                <a:latin typeface="Oswald"/>
                <a:ea typeface="Oswald"/>
              </a:rPr>
              <a:t>web developer career progression</a:t>
            </a:r>
            <a:endParaRPr b="0" lang="fr-FR" sz="3000" spc="-1" strike="noStrike">
              <a:solidFill>
                <a:srgbClr val="000000"/>
              </a:solidFill>
              <a:latin typeface="Arial"/>
            </a:endParaRPr>
          </a:p>
        </p:txBody>
      </p:sp>
      <p:sp>
        <p:nvSpPr>
          <p:cNvPr id="148" name="TextShape 2"/>
          <p:cNvSpPr txBox="1"/>
          <p:nvPr/>
        </p:nvSpPr>
        <p:spPr>
          <a:xfrm>
            <a:off x="311760" y="1468800"/>
            <a:ext cx="8520120" cy="3099600"/>
          </a:xfrm>
          <a:prstGeom prst="rect">
            <a:avLst/>
          </a:prstGeom>
          <a:noFill/>
          <a:ln>
            <a:noFill/>
          </a:ln>
        </p:spPr>
        <p:txBody>
          <a:bodyPr tIns="91440" bIns="91440">
            <a:noAutofit/>
          </a:bodyPr>
          <a:p>
            <a:pPr>
              <a:lnSpc>
                <a:spcPct val="160000"/>
              </a:lnSpc>
            </a:pPr>
            <a:r>
              <a:rPr b="0" lang="fr-FR" sz="1200" spc="-1" strike="noStrike">
                <a:solidFill>
                  <a:srgbClr val="191d22"/>
                </a:solidFill>
                <a:highlight>
                  <a:srgbClr val="fefefe"/>
                </a:highlight>
                <a:latin typeface="Arial"/>
                <a:ea typeface="Arial"/>
              </a:rPr>
              <a:t>How you develop your career in web development will depend on your chosen area of specialism.</a:t>
            </a:r>
            <a:endParaRPr b="0" lang="fr-FR" sz="1200" spc="-1" strike="noStrike">
              <a:solidFill>
                <a:srgbClr val="000000"/>
              </a:solidFill>
              <a:latin typeface="Arial"/>
            </a:endParaRPr>
          </a:p>
          <a:p>
            <a:pPr>
              <a:lnSpc>
                <a:spcPct val="160000"/>
              </a:lnSpc>
              <a:spcBef>
                <a:spcPts val="1199"/>
              </a:spcBef>
            </a:pPr>
            <a:r>
              <a:rPr b="0" lang="fr-FR" sz="1200" spc="-1" strike="noStrike">
                <a:solidFill>
                  <a:srgbClr val="191d22"/>
                </a:solidFill>
                <a:highlight>
                  <a:srgbClr val="fefefe"/>
                </a:highlight>
                <a:latin typeface="Arial"/>
                <a:ea typeface="Arial"/>
              </a:rPr>
              <a:t>There are three areas of specialism within web development:</a:t>
            </a:r>
            <a:endParaRPr b="0" lang="fr-FR" sz="1200" spc="-1" strike="noStrike">
              <a:solidFill>
                <a:srgbClr val="000000"/>
              </a:solidFill>
              <a:latin typeface="Arial"/>
            </a:endParaRPr>
          </a:p>
          <a:p>
            <a:pPr marL="457200" indent="-304560">
              <a:lnSpc>
                <a:spcPct val="160000"/>
              </a:lnSpc>
              <a:spcBef>
                <a:spcPts val="1199"/>
              </a:spcBef>
              <a:buClr>
                <a:srgbClr val="191d22"/>
              </a:buClr>
              <a:buFont typeface="Arial"/>
              <a:buAutoNum type="arabicPeriod"/>
            </a:pPr>
            <a:r>
              <a:rPr b="0" lang="fr-FR" sz="1200" spc="-1" strike="noStrike">
                <a:solidFill>
                  <a:srgbClr val="191d22"/>
                </a:solidFill>
                <a:highlight>
                  <a:srgbClr val="fefefe"/>
                </a:highlight>
                <a:latin typeface="Arial"/>
                <a:ea typeface="Arial"/>
              </a:rPr>
              <a:t>Frontend development - the ‘frontend’ refers to elements on a website that you see and interact with, such as a search box and the site navigation</a:t>
            </a:r>
            <a:endParaRPr b="0" lang="fr-FR" sz="1200" spc="-1" strike="noStrike">
              <a:solidFill>
                <a:srgbClr val="000000"/>
              </a:solidFill>
              <a:latin typeface="Arial"/>
            </a:endParaRPr>
          </a:p>
          <a:p>
            <a:pPr marL="457200" indent="-304560">
              <a:lnSpc>
                <a:spcPct val="160000"/>
              </a:lnSpc>
              <a:buClr>
                <a:srgbClr val="191d22"/>
              </a:buClr>
              <a:buFont typeface="Arial"/>
              <a:buAutoNum type="arabicPeriod"/>
            </a:pPr>
            <a:r>
              <a:rPr b="0" lang="fr-FR" sz="1200" spc="-1" strike="noStrike">
                <a:solidFill>
                  <a:srgbClr val="191d22"/>
                </a:solidFill>
                <a:highlight>
                  <a:srgbClr val="fefefe"/>
                </a:highlight>
                <a:latin typeface="Arial"/>
                <a:ea typeface="Arial"/>
              </a:rPr>
              <a:t>Backend development - the ‘backend’ is essential to ensure a website is able to function. It includes elements such as servers and databases</a:t>
            </a:r>
            <a:endParaRPr b="0" lang="fr-FR" sz="1200" spc="-1" strike="noStrike">
              <a:solidFill>
                <a:srgbClr val="000000"/>
              </a:solidFill>
              <a:latin typeface="Arial"/>
            </a:endParaRPr>
          </a:p>
          <a:p>
            <a:pPr marL="457200" indent="-304560">
              <a:lnSpc>
                <a:spcPct val="160000"/>
              </a:lnSpc>
              <a:buClr>
                <a:srgbClr val="191d22"/>
              </a:buClr>
              <a:buFont typeface="Arial"/>
              <a:buAutoNum type="arabicPeriod"/>
            </a:pPr>
            <a:r>
              <a:rPr b="0" lang="fr-FR" sz="1200" spc="-1" strike="noStrike">
                <a:solidFill>
                  <a:srgbClr val="191d22"/>
                </a:solidFill>
                <a:highlight>
                  <a:srgbClr val="fefefe"/>
                </a:highlight>
                <a:latin typeface="Arial"/>
                <a:ea typeface="Arial"/>
              </a:rPr>
              <a:t>Full stack development - this encompasses both backend and frontend development but is becoming less popular as the industry expands and there is a greater specialism in frontend or backend development</a:t>
            </a:r>
            <a:endParaRPr b="0" lang="fr-FR" sz="1200" spc="-1" strike="noStrike">
              <a:solidFill>
                <a:srgbClr val="000000"/>
              </a:solidFill>
              <a:latin typeface="Arial"/>
            </a:endParaRPr>
          </a:p>
          <a:p>
            <a:pPr>
              <a:lnSpc>
                <a:spcPct val="160000"/>
              </a:lnSpc>
              <a:spcBef>
                <a:spcPts val="1199"/>
              </a:spcBef>
            </a:pPr>
            <a:endParaRPr b="0" lang="fr-FR" sz="1200" spc="-1" strike="noStrike">
              <a:solidFill>
                <a:srgbClr val="000000"/>
              </a:solidFill>
              <a:latin typeface="Arial"/>
            </a:endParaRPr>
          </a:p>
          <a:p>
            <a:pPr marL="457200">
              <a:lnSpc>
                <a:spcPct val="115000"/>
              </a:lnSpc>
              <a:spcBef>
                <a:spcPts val="1199"/>
              </a:spcBef>
            </a:pPr>
            <a:endParaRPr b="0" lang="fr-FR" sz="1200" spc="-1" strike="noStrike">
              <a:solidFill>
                <a:srgbClr val="000000"/>
              </a:solidFill>
              <a:latin typeface="Arial"/>
            </a:endParaRPr>
          </a:p>
          <a:p>
            <a:pPr>
              <a:lnSpc>
                <a:spcPct val="115000"/>
              </a:lnSpc>
              <a:spcBef>
                <a:spcPts val="4099"/>
              </a:spcBef>
            </a:pPr>
            <a:endParaRPr b="0" lang="fr-FR" sz="1200" spc="-1" strike="noStrike">
              <a:solidFill>
                <a:srgbClr val="000000"/>
              </a:solidFill>
              <a:latin typeface="Arial"/>
            </a:endParaRPr>
          </a:p>
          <a:p>
            <a:pPr>
              <a:lnSpc>
                <a:spcPct val="115000"/>
              </a:lnSpc>
              <a:spcBef>
                <a:spcPts val="1599"/>
              </a:spcBef>
              <a:spcAft>
                <a:spcPts val="1599"/>
              </a:spcAft>
            </a:pPr>
            <a:endParaRPr b="0" lang="fr-FR"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24242"/>
      </a:dk2>
      <a:lt2>
        <a:srgbClr val="999999"/>
      </a:lt2>
      <a:accent1>
        <a:srgbClr val="607d8b"/>
      </a:accent1>
      <a:accent2>
        <a:srgbClr val="673ab7"/>
      </a:accent2>
      <a:accent3>
        <a:srgbClr val="9c26b0"/>
      </a:accent3>
      <a:accent4>
        <a:srgbClr val="0090ac"/>
      </a:accent4>
      <a:accent5>
        <a:srgbClr val="01afd1"/>
      </a:accent5>
      <a:accent6>
        <a:srgbClr val="f8e71c"/>
      </a:accent6>
      <a:hlink>
        <a:srgbClr val="01afd1"/>
      </a:hlink>
      <a:folHlink>
        <a:srgbClr val="01afd1"/>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24242"/>
      </a:dk2>
      <a:lt2>
        <a:srgbClr val="999999"/>
      </a:lt2>
      <a:accent1>
        <a:srgbClr val="607d8b"/>
      </a:accent1>
      <a:accent2>
        <a:srgbClr val="673ab7"/>
      </a:accent2>
      <a:accent3>
        <a:srgbClr val="9c26b0"/>
      </a:accent3>
      <a:accent4>
        <a:srgbClr val="0090ac"/>
      </a:accent4>
      <a:accent5>
        <a:srgbClr val="01afd1"/>
      </a:accent5>
      <a:accent6>
        <a:srgbClr val="f8e71c"/>
      </a:accent6>
      <a:hlink>
        <a:srgbClr val="01afd1"/>
      </a:hlink>
      <a:folHlink>
        <a:srgbClr val="01afd1"/>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24242"/>
      </a:dk2>
      <a:lt2>
        <a:srgbClr val="999999"/>
      </a:lt2>
      <a:accent1>
        <a:srgbClr val="607d8b"/>
      </a:accent1>
      <a:accent2>
        <a:srgbClr val="673ab7"/>
      </a:accent2>
      <a:accent3>
        <a:srgbClr val="9c26b0"/>
      </a:accent3>
      <a:accent4>
        <a:srgbClr val="0090ac"/>
      </a:accent4>
      <a:accent5>
        <a:srgbClr val="01afd1"/>
      </a:accent5>
      <a:accent6>
        <a:srgbClr val="f8e71c"/>
      </a:accent6>
      <a:hlink>
        <a:srgbClr val="01afd1"/>
      </a:hlink>
      <a:folHlink>
        <a:srgbClr val="01afd1"/>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24242"/>
      </a:dk2>
      <a:lt2>
        <a:srgbClr val="999999"/>
      </a:lt2>
      <a:accent1>
        <a:srgbClr val="607d8b"/>
      </a:accent1>
      <a:accent2>
        <a:srgbClr val="673ab7"/>
      </a:accent2>
      <a:accent3>
        <a:srgbClr val="9c26b0"/>
      </a:accent3>
      <a:accent4>
        <a:srgbClr val="0090ac"/>
      </a:accent4>
      <a:accent5>
        <a:srgbClr val="01afd1"/>
      </a:accent5>
      <a:accent6>
        <a:srgbClr val="f8e71c"/>
      </a:accent6>
      <a:hlink>
        <a:srgbClr val="01afd1"/>
      </a:hlink>
      <a:folHlink>
        <a:srgbClr val="01afd1"/>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LibreOffice/6.4.0.3$Windows_X86_64 LibreOffice_project/b0a288ab3d2d4774cb44b62f04d5d28733ac6df8</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fr-FR</dc:language>
  <cp:lastModifiedBy/>
  <dcterms:modified xsi:type="dcterms:W3CDTF">2020-11-25T15:41:40Z</dcterms:modified>
  <cp:revision>1</cp:revision>
  <dc:subject/>
  <dc:title/>
</cp:coreProperties>
</file>